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36" d="100"/>
          <a:sy n="36" d="100"/>
        </p:scale>
        <p:origin x="936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8133" y="305807"/>
            <a:ext cx="624776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talentsprint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hyperlink" Target="https://talentsprin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87"/>
            <a:ext cx="20104100" cy="11303000"/>
            <a:chOff x="0" y="-287"/>
            <a:chExt cx="20104100" cy="11303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3591" cy="1130271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951466" y="5730207"/>
              <a:ext cx="151765" cy="94615"/>
            </a:xfrm>
            <a:custGeom>
              <a:avLst/>
              <a:gdLst/>
              <a:ahLst/>
              <a:cxnLst/>
              <a:rect l="l" t="t" r="r" b="b"/>
              <a:pathLst>
                <a:path w="151765" h="94614">
                  <a:moveTo>
                    <a:pt x="-251" y="94499"/>
                  </a:moveTo>
                  <a:lnTo>
                    <a:pt x="151382" y="140"/>
                  </a:lnTo>
                </a:path>
              </a:pathLst>
            </a:custGeom>
            <a:ln w="9523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7330" y="369153"/>
              <a:ext cx="1786806" cy="111163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12316" y="10522832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79">
                  <a:moveTo>
                    <a:pt x="115401" y="19"/>
                  </a:moveTo>
                  <a:lnTo>
                    <a:pt x="59904" y="19"/>
                  </a:lnTo>
                  <a:lnTo>
                    <a:pt x="36536" y="4744"/>
                  </a:lnTo>
                  <a:lnTo>
                    <a:pt x="17614" y="17583"/>
                  </a:lnTo>
                  <a:lnTo>
                    <a:pt x="4660" y="36607"/>
                  </a:lnTo>
                  <a:lnTo>
                    <a:pt x="-38" y="59898"/>
                  </a:lnTo>
                  <a:lnTo>
                    <a:pt x="-38" y="198972"/>
                  </a:lnTo>
                  <a:lnTo>
                    <a:pt x="4660" y="222276"/>
                  </a:lnTo>
                  <a:lnTo>
                    <a:pt x="17614" y="241300"/>
                  </a:lnTo>
                  <a:lnTo>
                    <a:pt x="36536" y="254127"/>
                  </a:lnTo>
                  <a:lnTo>
                    <a:pt x="59904" y="258851"/>
                  </a:lnTo>
                  <a:lnTo>
                    <a:pt x="198965" y="258851"/>
                  </a:lnTo>
                  <a:lnTo>
                    <a:pt x="222206" y="254127"/>
                  </a:lnTo>
                  <a:lnTo>
                    <a:pt x="241255" y="241300"/>
                  </a:lnTo>
                  <a:lnTo>
                    <a:pt x="254082" y="222276"/>
                  </a:lnTo>
                  <a:lnTo>
                    <a:pt x="258781" y="198972"/>
                  </a:lnTo>
                  <a:lnTo>
                    <a:pt x="258781" y="143399"/>
                  </a:lnTo>
                  <a:lnTo>
                    <a:pt x="253447" y="137963"/>
                  </a:lnTo>
                  <a:lnTo>
                    <a:pt x="239985" y="137963"/>
                  </a:lnTo>
                  <a:lnTo>
                    <a:pt x="234524" y="143399"/>
                  </a:lnTo>
                  <a:lnTo>
                    <a:pt x="234524" y="198972"/>
                  </a:lnTo>
                  <a:lnTo>
                    <a:pt x="231730" y="212828"/>
                  </a:lnTo>
                  <a:lnTo>
                    <a:pt x="224111" y="224143"/>
                  </a:lnTo>
                  <a:lnTo>
                    <a:pt x="212808" y="231763"/>
                  </a:lnTo>
                  <a:lnTo>
                    <a:pt x="198965" y="234570"/>
                  </a:lnTo>
                  <a:lnTo>
                    <a:pt x="59904" y="234570"/>
                  </a:lnTo>
                  <a:lnTo>
                    <a:pt x="46061" y="231763"/>
                  </a:lnTo>
                  <a:lnTo>
                    <a:pt x="34758" y="224143"/>
                  </a:lnTo>
                  <a:lnTo>
                    <a:pt x="27139" y="212828"/>
                  </a:lnTo>
                  <a:lnTo>
                    <a:pt x="24218" y="198972"/>
                  </a:lnTo>
                  <a:lnTo>
                    <a:pt x="24218" y="59898"/>
                  </a:lnTo>
                  <a:lnTo>
                    <a:pt x="27139" y="46056"/>
                  </a:lnTo>
                  <a:lnTo>
                    <a:pt x="34758" y="34740"/>
                  </a:lnTo>
                  <a:lnTo>
                    <a:pt x="46061" y="27108"/>
                  </a:lnTo>
                  <a:lnTo>
                    <a:pt x="59904" y="24301"/>
                  </a:lnTo>
                  <a:lnTo>
                    <a:pt x="115401" y="24301"/>
                  </a:lnTo>
                  <a:lnTo>
                    <a:pt x="120862" y="18866"/>
                  </a:lnTo>
                  <a:lnTo>
                    <a:pt x="120862" y="5455"/>
                  </a:lnTo>
                  <a:lnTo>
                    <a:pt x="115401" y="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8394" y="10522775"/>
              <a:ext cx="142868" cy="1428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69311" y="0"/>
              <a:ext cx="4534280" cy="69823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-287"/>
              <a:ext cx="514984" cy="11303000"/>
            </a:xfrm>
            <a:custGeom>
              <a:avLst/>
              <a:gdLst/>
              <a:ahLst/>
              <a:cxnLst/>
              <a:rect l="l" t="t" r="r" b="b"/>
              <a:pathLst>
                <a:path w="514984" h="11303000">
                  <a:moveTo>
                    <a:pt x="514463" y="285"/>
                  </a:moveTo>
                  <a:lnTo>
                    <a:pt x="0" y="285"/>
                  </a:lnTo>
                  <a:lnTo>
                    <a:pt x="0" y="11303000"/>
                  </a:lnTo>
                  <a:lnTo>
                    <a:pt x="514463" y="11303000"/>
                  </a:lnTo>
                  <a:lnTo>
                    <a:pt x="514463" y="285"/>
                  </a:lnTo>
                  <a:close/>
                </a:path>
              </a:pathLst>
            </a:custGeom>
            <a:solidFill>
              <a:srgbClr val="8E3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24075" y="7450710"/>
              <a:ext cx="414349" cy="43278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638426" y="3304126"/>
              <a:ext cx="568325" cy="0"/>
            </a:xfrm>
            <a:custGeom>
              <a:avLst/>
              <a:gdLst/>
              <a:ahLst/>
              <a:cxnLst/>
              <a:rect l="l" t="t" r="r" b="b"/>
              <a:pathLst>
                <a:path w="568325">
                  <a:moveTo>
                    <a:pt x="-41" y="202"/>
                  </a:moveTo>
                  <a:lnTo>
                    <a:pt x="568142" y="202"/>
                  </a:lnTo>
                </a:path>
              </a:pathLst>
            </a:custGeom>
            <a:ln w="28573">
              <a:solidFill>
                <a:srgbClr val="8E3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78315" y="2527997"/>
            <a:ext cx="461962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8E36E6"/>
                </a:solidFill>
                <a:latin typeface="Arial MT"/>
                <a:cs typeface="Arial MT"/>
              </a:rPr>
              <a:t>Full</a:t>
            </a:r>
            <a:r>
              <a:rPr sz="2500" spc="-55" dirty="0">
                <a:solidFill>
                  <a:srgbClr val="8E36E6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8E36E6"/>
                </a:solidFill>
                <a:latin typeface="Arial MT"/>
                <a:cs typeface="Arial MT"/>
              </a:rPr>
              <a:t>Stack</a:t>
            </a:r>
            <a:r>
              <a:rPr sz="2500" spc="-25" dirty="0">
                <a:solidFill>
                  <a:srgbClr val="8E36E6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8E36E6"/>
                </a:solidFill>
                <a:latin typeface="Arial MT"/>
                <a:cs typeface="Arial MT"/>
              </a:rPr>
              <a:t>Developer</a:t>
            </a:r>
            <a:r>
              <a:rPr sz="2500" spc="-20" dirty="0">
                <a:solidFill>
                  <a:srgbClr val="8E36E6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8E36E6"/>
                </a:solidFill>
                <a:latin typeface="Arial MT"/>
                <a:cs typeface="Arial MT"/>
              </a:rPr>
              <a:t>-</a:t>
            </a:r>
            <a:r>
              <a:rPr sz="2500" spc="-40" dirty="0">
                <a:solidFill>
                  <a:srgbClr val="8E36E6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8E36E6"/>
                </a:solidFill>
                <a:latin typeface="Arial MT"/>
                <a:cs typeface="Arial MT"/>
              </a:rPr>
              <a:t>73</a:t>
            </a:r>
            <a:r>
              <a:rPr sz="2500" spc="-20" dirty="0">
                <a:solidFill>
                  <a:srgbClr val="8E36E6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8E36E6"/>
                </a:solidFill>
                <a:latin typeface="Arial MT"/>
                <a:cs typeface="Arial MT"/>
              </a:rPr>
              <a:t>Cohort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515833" y="3637822"/>
            <a:ext cx="7146290" cy="1045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6700" dirty="0"/>
              <a:t>Learning Camp</a:t>
            </a:r>
            <a:endParaRPr sz="6700" dirty="0"/>
          </a:p>
        </p:txBody>
      </p:sp>
      <p:sp>
        <p:nvSpPr>
          <p:cNvPr id="14" name="object 14"/>
          <p:cNvSpPr txBox="1"/>
          <p:nvPr/>
        </p:nvSpPr>
        <p:spPr>
          <a:xfrm>
            <a:off x="1743944" y="4940902"/>
            <a:ext cx="7631430" cy="176784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solidFill>
                  <a:srgbClr val="434343"/>
                </a:solidFill>
                <a:latin typeface="Arial MT"/>
                <a:cs typeface="Arial MT"/>
              </a:rPr>
              <a:t>R. Divya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solidFill>
                  <a:srgbClr val="434343"/>
                </a:solidFill>
                <a:latin typeface="Arial MT"/>
                <a:cs typeface="Arial MT"/>
              </a:rPr>
              <a:t>Ch. Vishnu Sai</a:t>
            </a:r>
            <a:br>
              <a:rPr lang="en-US" sz="3200" b="1" dirty="0">
                <a:solidFill>
                  <a:srgbClr val="434343"/>
                </a:solidFill>
                <a:latin typeface="Arial MT"/>
                <a:cs typeface="Arial MT"/>
              </a:rPr>
            </a:br>
            <a:r>
              <a:rPr lang="en-US" sz="3200" b="1" dirty="0">
                <a:solidFill>
                  <a:srgbClr val="434343"/>
                </a:solidFill>
                <a:latin typeface="Arial MT"/>
                <a:cs typeface="Arial MT"/>
              </a:rPr>
              <a:t>J. Yaswanth Krishna</a:t>
            </a:r>
          </a:p>
          <a:p>
            <a:pPr marL="12700">
              <a:spcBef>
                <a:spcPts val="100"/>
              </a:spcBef>
            </a:pPr>
            <a:r>
              <a:rPr lang="en-US" sz="3200" b="1" dirty="0">
                <a:solidFill>
                  <a:srgbClr val="434343"/>
                </a:solidFill>
                <a:latin typeface="Arial MT"/>
                <a:cs typeface="Arial MT"/>
              </a:rPr>
              <a:t>D. Rajesh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br>
              <a:rPr lang="en-US" sz="2300" b="1" dirty="0">
                <a:solidFill>
                  <a:srgbClr val="434343"/>
                </a:solidFill>
                <a:latin typeface="Arial MT"/>
                <a:cs typeface="Arial MT"/>
              </a:rPr>
            </a:br>
            <a:br>
              <a:rPr lang="en-US" sz="2300" b="1" dirty="0">
                <a:solidFill>
                  <a:srgbClr val="434343"/>
                </a:solidFill>
                <a:latin typeface="Arial MT"/>
                <a:cs typeface="Arial MT"/>
              </a:rPr>
            </a:br>
            <a:endParaRPr sz="2300" b="1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15759" y="7460714"/>
            <a:ext cx="245300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dirty="0">
                <a:latin typeface="Arial" panose="020B0604020202020204"/>
                <a:cs typeface="Arial" panose="020B0604020202020204"/>
              </a:rPr>
              <a:t>Feb 2</a:t>
            </a:r>
            <a:r>
              <a:rPr lang="en-IN" sz="2900" b="1" dirty="0">
                <a:latin typeface="Arial" panose="020B0604020202020204"/>
                <a:cs typeface="Arial" panose="020B0604020202020204"/>
              </a:rPr>
              <a:t>3</a:t>
            </a:r>
            <a:r>
              <a:rPr sz="2900" b="1" dirty="0" err="1">
                <a:latin typeface="Arial" panose="020B0604020202020204"/>
                <a:cs typeface="Arial" panose="020B0604020202020204"/>
              </a:rPr>
              <a:t>th</a:t>
            </a:r>
            <a:r>
              <a:rPr sz="29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900" b="1" spc="-20" dirty="0">
                <a:latin typeface="Arial" panose="020B0604020202020204"/>
                <a:cs typeface="Arial" panose="020B0604020202020204"/>
              </a:rPr>
              <a:t>2026</a:t>
            </a:r>
            <a:endParaRPr sz="29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83108" y="10408148"/>
            <a:ext cx="220218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u="heavy" spc="-10" dirty="0">
                <a:solidFill>
                  <a:srgbClr val="9F00FF"/>
                </a:solidFill>
                <a:uFill>
                  <a:solidFill>
                    <a:srgbClr val="9F00FF"/>
                  </a:solidFill>
                </a:uFill>
                <a:latin typeface="Arial MT"/>
                <a:cs typeface="Arial MT"/>
                <a:hlinkClick r:id="rId7"/>
              </a:rPr>
              <a:t>talentsprint.com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966716" y="1049653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78787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Goal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73162" y="10598642"/>
            <a:ext cx="899160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350" spc="-10" dirty="0">
                <a:latin typeface="Verdana" panose="020B0604030504040204"/>
                <a:cs typeface="Verdana" panose="020B0604030504040204"/>
              </a:rPr>
              <a:t>Years</a:t>
            </a:r>
            <a:r>
              <a:rPr sz="1350" spc="-195" dirty="0">
                <a:latin typeface="Verdana" panose="020B0604030504040204"/>
                <a:cs typeface="Verdana" panose="020B0604030504040204"/>
              </a:rPr>
              <a:t> </a:t>
            </a:r>
            <a:r>
              <a:rPr sz="1350" spc="-25" dirty="0">
                <a:latin typeface="Verdana" panose="020B0604030504040204"/>
                <a:cs typeface="Verdana" panose="020B0604030504040204"/>
              </a:rPr>
              <a:t>of </a:t>
            </a:r>
            <a:r>
              <a:rPr sz="1350" spc="-30" dirty="0">
                <a:latin typeface="Verdana" panose="020B0604030504040204"/>
                <a:cs typeface="Verdana" panose="020B0604030504040204"/>
              </a:rPr>
              <a:t>Excellence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36758" y="10598642"/>
            <a:ext cx="1116330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350" spc="-10" dirty="0">
                <a:latin typeface="Verdana" panose="020B0604030504040204"/>
                <a:cs typeface="Verdana" panose="020B0604030504040204"/>
              </a:rPr>
              <a:t>Empowered </a:t>
            </a:r>
            <a:r>
              <a:rPr sz="1350" spc="-30" dirty="0">
                <a:latin typeface="Verdana" panose="020B0604030504040204"/>
                <a:cs typeface="Verdana" panose="020B0604030504040204"/>
              </a:rPr>
              <a:t>Professionals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2903" y="10598642"/>
            <a:ext cx="989965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350" spc="-20" dirty="0">
                <a:latin typeface="Verdana" panose="020B0604030504040204"/>
                <a:cs typeface="Verdana" panose="020B0604030504040204"/>
              </a:rPr>
              <a:t>Completion Rate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19112" y="1019174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78787"/>
                </a:solidFill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50101" y="10598642"/>
            <a:ext cx="1122045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350" spc="-25" dirty="0">
                <a:latin typeface="Verdana" panose="020B0604030504040204"/>
                <a:cs typeface="Verdana" panose="020B0604030504040204"/>
              </a:rPr>
              <a:t>Net</a:t>
            </a:r>
            <a:r>
              <a:rPr sz="1350" spc="-254" dirty="0">
                <a:latin typeface="Verdana" panose="020B0604030504040204"/>
                <a:cs typeface="Verdana" panose="020B0604030504040204"/>
              </a:rPr>
              <a:t> </a:t>
            </a:r>
            <a:r>
              <a:rPr sz="1350" spc="-30" dirty="0">
                <a:latin typeface="Verdana" panose="020B0604030504040204"/>
                <a:cs typeface="Verdana" panose="020B0604030504040204"/>
              </a:rPr>
              <a:t>Promoter </a:t>
            </a:r>
            <a:r>
              <a:rPr sz="1350" spc="-10" dirty="0">
                <a:latin typeface="Verdana" panose="020B0604030504040204"/>
                <a:cs typeface="Verdana" panose="020B0604030504040204"/>
              </a:rPr>
              <a:t>Score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1231487"/>
            <a:ext cx="17468850" cy="9525"/>
          </a:xfrm>
          <a:custGeom>
            <a:avLst/>
            <a:gdLst/>
            <a:ahLst/>
            <a:cxnLst/>
            <a:rect l="l" t="t" r="r" b="b"/>
            <a:pathLst>
              <a:path w="17468850" h="9525">
                <a:moveTo>
                  <a:pt x="17468281" y="254"/>
                </a:moveTo>
                <a:lnTo>
                  <a:pt x="0" y="254"/>
                </a:lnTo>
                <a:lnTo>
                  <a:pt x="0" y="9778"/>
                </a:lnTo>
                <a:lnTo>
                  <a:pt x="17468281" y="9778"/>
                </a:lnTo>
                <a:lnTo>
                  <a:pt x="17468281" y="254"/>
                </a:lnTo>
                <a:close/>
              </a:path>
            </a:pathLst>
          </a:custGeom>
          <a:solidFill>
            <a:srgbClr val="8E3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7755869" y="0"/>
            <a:ext cx="2347595" cy="2665095"/>
            <a:chOff x="17755869" y="0"/>
            <a:chExt cx="2347595" cy="266509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55869" y="745839"/>
              <a:ext cx="1277773" cy="7951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54928" y="0"/>
              <a:ext cx="1748408" cy="2664808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0" y="10351485"/>
            <a:ext cx="18936335" cy="19050"/>
          </a:xfrm>
          <a:custGeom>
            <a:avLst/>
            <a:gdLst/>
            <a:ahLst/>
            <a:cxnLst/>
            <a:rect l="l" t="t" r="r" b="b"/>
            <a:pathLst>
              <a:path w="18936335" h="19050">
                <a:moveTo>
                  <a:pt x="18935475" y="24"/>
                </a:moveTo>
                <a:lnTo>
                  <a:pt x="0" y="24"/>
                </a:lnTo>
                <a:lnTo>
                  <a:pt x="0" y="19072"/>
                </a:lnTo>
                <a:lnTo>
                  <a:pt x="18935475" y="19072"/>
                </a:lnTo>
                <a:lnTo>
                  <a:pt x="18935475" y="24"/>
                </a:lnTo>
                <a:close/>
              </a:path>
            </a:pathLst>
          </a:custGeom>
          <a:solidFill>
            <a:srgbClr val="8E3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62053" y="10479774"/>
            <a:ext cx="546735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1" spc="-25" dirty="0">
                <a:latin typeface="Arial" panose="020B0604020202020204"/>
                <a:cs typeface="Arial" panose="020B0604020202020204"/>
              </a:rPr>
              <a:t>15</a:t>
            </a:r>
            <a:endParaRPr sz="3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39486" y="10485870"/>
            <a:ext cx="1254125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1" spc="-20" dirty="0">
                <a:latin typeface="Tahoma" panose="020B0604030504040204"/>
                <a:cs typeface="Tahoma" panose="020B0604030504040204"/>
              </a:rPr>
              <a:t>250K</a:t>
            </a:r>
            <a:endParaRPr sz="37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86064" y="10485870"/>
            <a:ext cx="1075690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1" spc="-400" dirty="0">
                <a:latin typeface="Tahoma" panose="020B0604030504040204"/>
                <a:cs typeface="Tahoma" panose="020B0604030504040204"/>
              </a:rPr>
              <a:t>95%</a:t>
            </a:r>
            <a:endParaRPr sz="37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656699" y="10485870"/>
            <a:ext cx="653415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1" spc="40" dirty="0">
                <a:latin typeface="Tahoma" panose="020B0604030504040204"/>
                <a:cs typeface="Tahoma" panose="020B0604030504040204"/>
              </a:rPr>
              <a:t>80</a:t>
            </a:r>
            <a:endParaRPr sz="37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2053" y="2073275"/>
            <a:ext cx="16893816" cy="6701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defRPr sz="1800"/>
            </a:pPr>
            <a:r>
              <a:rPr lang="en-US" sz="3200" b="1" u="sng" dirty="0"/>
              <a:t>Problem Statement:</a:t>
            </a:r>
          </a:p>
          <a:p>
            <a:pPr>
              <a:defRPr sz="2000"/>
            </a:pPr>
            <a:r>
              <a:rPr lang="en-US" altLang="en-US" sz="2800" dirty="0"/>
              <a:t>Many students lack access to affordable, high-quality learning resources and skill-development opportunities.</a:t>
            </a:r>
          </a:p>
          <a:p>
            <a:pPr>
              <a:defRPr sz="2000"/>
            </a:pPr>
            <a:endParaRPr lang="en-US" altLang="en-US" sz="2800" dirty="0"/>
          </a:p>
          <a:p>
            <a:pPr>
              <a:defRPr sz="2000"/>
            </a:pPr>
            <a:endParaRPr lang="en-US" altLang="en-US" sz="2800" dirty="0"/>
          </a:p>
          <a:p>
            <a:pPr>
              <a:defRPr sz="2000"/>
            </a:pPr>
            <a:endParaRPr lang="en-US" altLang="en-US" sz="2800" dirty="0"/>
          </a:p>
          <a:p>
            <a:pPr>
              <a:defRPr sz="2000"/>
            </a:pPr>
            <a:endParaRPr lang="en-US" altLang="en-US" sz="2800" dirty="0"/>
          </a:p>
          <a:p>
            <a:pPr>
              <a:lnSpc>
                <a:spcPct val="150000"/>
              </a:lnSpc>
              <a:defRPr sz="2000"/>
            </a:pPr>
            <a:r>
              <a:rPr lang="en-US" sz="3200" b="1" u="sng" dirty="0"/>
              <a:t>Solution:</a:t>
            </a:r>
          </a:p>
          <a:p>
            <a:pPr marL="0" lvl="1" indent="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None/>
              <a:defRPr sz="1800"/>
            </a:pPr>
            <a:r>
              <a:rPr lang="en-US" altLang="en-US" sz="2800" dirty="0"/>
              <a:t>LearningCamp provides a free, user-friendly online platform where learners can access structured courses to develop in-demand skills.</a:t>
            </a:r>
          </a:p>
          <a:p>
            <a:pPr marL="0" lvl="1" indent="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None/>
              <a:defRPr sz="1800"/>
            </a:pPr>
            <a:r>
              <a:rPr lang="en-US" altLang="en-US" sz="2800" dirty="0"/>
              <a:t>It enables users to gain knowledge, practice concepts, and earn certifications to enhance their career opportunities.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endParaRPr lang="en-US" sz="28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Scope</a:t>
            </a:r>
            <a:r>
              <a:rPr spc="-40" dirty="0"/>
              <a:t> </a:t>
            </a:r>
            <a:r>
              <a:rPr dirty="0"/>
              <a:t>&amp;</a:t>
            </a:r>
            <a:r>
              <a:rPr spc="-60" dirty="0"/>
              <a:t> </a:t>
            </a:r>
            <a:r>
              <a:rPr dirty="0"/>
              <a:t>Key</a:t>
            </a:r>
            <a:r>
              <a:rPr spc="-50" dirty="0"/>
              <a:t> </a:t>
            </a:r>
            <a:r>
              <a:rPr spc="-10" dirty="0"/>
              <a:t>Deliverables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3162" y="10598642"/>
            <a:ext cx="899160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350" spc="-10" dirty="0">
                <a:latin typeface="Verdana" panose="020B0604030504040204"/>
                <a:cs typeface="Verdana" panose="020B0604030504040204"/>
              </a:rPr>
              <a:t>Years</a:t>
            </a:r>
            <a:r>
              <a:rPr sz="1350" spc="-195" dirty="0">
                <a:latin typeface="Verdana" panose="020B0604030504040204"/>
                <a:cs typeface="Verdana" panose="020B0604030504040204"/>
              </a:rPr>
              <a:t> </a:t>
            </a:r>
            <a:r>
              <a:rPr sz="1350" spc="-25" dirty="0">
                <a:latin typeface="Verdana" panose="020B0604030504040204"/>
                <a:cs typeface="Verdana" panose="020B0604030504040204"/>
              </a:rPr>
              <a:t>of </a:t>
            </a:r>
            <a:r>
              <a:rPr sz="1350" spc="-30" dirty="0">
                <a:latin typeface="Verdana" panose="020B0604030504040204"/>
                <a:cs typeface="Verdana" panose="020B0604030504040204"/>
              </a:rPr>
              <a:t>Excellence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36758" y="10598642"/>
            <a:ext cx="1116330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350" spc="-10" dirty="0">
                <a:latin typeface="Verdana" panose="020B0604030504040204"/>
                <a:cs typeface="Verdana" panose="020B0604030504040204"/>
              </a:rPr>
              <a:t>Empowered </a:t>
            </a:r>
            <a:r>
              <a:rPr sz="1350" spc="-30" dirty="0">
                <a:latin typeface="Verdana" panose="020B0604030504040204"/>
                <a:cs typeface="Verdana" panose="020B0604030504040204"/>
              </a:rPr>
              <a:t>Professionals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72903" y="10598642"/>
            <a:ext cx="989965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350" spc="-20" dirty="0">
                <a:latin typeface="Verdana" panose="020B0604030504040204"/>
                <a:cs typeface="Verdana" panose="020B0604030504040204"/>
              </a:rPr>
              <a:t>Completion Rate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119112" y="1019174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78787"/>
                </a:solidFill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50101" y="10598642"/>
            <a:ext cx="1122045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350" spc="-25" dirty="0">
                <a:latin typeface="Verdana" panose="020B0604030504040204"/>
                <a:cs typeface="Verdana" panose="020B0604030504040204"/>
              </a:rPr>
              <a:t>Net</a:t>
            </a:r>
            <a:r>
              <a:rPr sz="1350" spc="-254" dirty="0">
                <a:latin typeface="Verdana" panose="020B0604030504040204"/>
                <a:cs typeface="Verdana" panose="020B0604030504040204"/>
              </a:rPr>
              <a:t> </a:t>
            </a:r>
            <a:r>
              <a:rPr sz="1350" spc="-30" dirty="0">
                <a:latin typeface="Verdana" panose="020B0604030504040204"/>
                <a:cs typeface="Verdana" panose="020B0604030504040204"/>
              </a:rPr>
              <a:t>Promoter </a:t>
            </a:r>
            <a:r>
              <a:rPr sz="1350" spc="-10" dirty="0">
                <a:latin typeface="Verdana" panose="020B0604030504040204"/>
                <a:cs typeface="Verdana" panose="020B0604030504040204"/>
              </a:rPr>
              <a:t>Score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1231487"/>
            <a:ext cx="17468850" cy="9525"/>
          </a:xfrm>
          <a:custGeom>
            <a:avLst/>
            <a:gdLst/>
            <a:ahLst/>
            <a:cxnLst/>
            <a:rect l="l" t="t" r="r" b="b"/>
            <a:pathLst>
              <a:path w="17468850" h="9525">
                <a:moveTo>
                  <a:pt x="17468281" y="254"/>
                </a:moveTo>
                <a:lnTo>
                  <a:pt x="0" y="254"/>
                </a:lnTo>
                <a:lnTo>
                  <a:pt x="0" y="9778"/>
                </a:lnTo>
                <a:lnTo>
                  <a:pt x="17468281" y="9778"/>
                </a:lnTo>
                <a:lnTo>
                  <a:pt x="17468281" y="254"/>
                </a:lnTo>
                <a:close/>
              </a:path>
            </a:pathLst>
          </a:custGeom>
          <a:solidFill>
            <a:srgbClr val="8E3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7755869" y="0"/>
            <a:ext cx="2347595" cy="2665095"/>
            <a:chOff x="17755869" y="0"/>
            <a:chExt cx="2347595" cy="26650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55869" y="745839"/>
              <a:ext cx="1277773" cy="7951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54928" y="0"/>
              <a:ext cx="1748408" cy="2664808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0" y="10351485"/>
            <a:ext cx="18936335" cy="19050"/>
          </a:xfrm>
          <a:custGeom>
            <a:avLst/>
            <a:gdLst/>
            <a:ahLst/>
            <a:cxnLst/>
            <a:rect l="l" t="t" r="r" b="b"/>
            <a:pathLst>
              <a:path w="18936335" h="19050">
                <a:moveTo>
                  <a:pt x="18935475" y="24"/>
                </a:moveTo>
                <a:lnTo>
                  <a:pt x="0" y="24"/>
                </a:lnTo>
                <a:lnTo>
                  <a:pt x="0" y="19072"/>
                </a:lnTo>
                <a:lnTo>
                  <a:pt x="18935475" y="19072"/>
                </a:lnTo>
                <a:lnTo>
                  <a:pt x="18935475" y="24"/>
                </a:lnTo>
                <a:close/>
              </a:path>
            </a:pathLst>
          </a:custGeom>
          <a:solidFill>
            <a:srgbClr val="8E3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62053" y="10479774"/>
            <a:ext cx="546735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1" spc="-25" dirty="0">
                <a:latin typeface="Arial" panose="020B0604020202020204"/>
                <a:cs typeface="Arial" panose="020B0604020202020204"/>
              </a:rPr>
              <a:t>15</a:t>
            </a:r>
            <a:endParaRPr sz="3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39486" y="10485870"/>
            <a:ext cx="1254125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1" spc="-20" dirty="0">
                <a:latin typeface="Tahoma" panose="020B0604030504040204"/>
                <a:cs typeface="Tahoma" panose="020B0604030504040204"/>
              </a:rPr>
              <a:t>250K</a:t>
            </a:r>
            <a:endParaRPr sz="37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886064" y="10485870"/>
            <a:ext cx="1075690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1" spc="-400" dirty="0">
                <a:latin typeface="Tahoma" panose="020B0604030504040204"/>
                <a:cs typeface="Tahoma" panose="020B0604030504040204"/>
              </a:rPr>
              <a:t>95%</a:t>
            </a:r>
            <a:endParaRPr sz="37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656699" y="10485870"/>
            <a:ext cx="653415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1" spc="40" dirty="0">
                <a:latin typeface="Tahoma" panose="020B0604030504040204"/>
                <a:cs typeface="Tahoma" panose="020B0604030504040204"/>
              </a:rPr>
              <a:t>80</a:t>
            </a:r>
            <a:endParaRPr sz="37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8133" y="1560036"/>
            <a:ext cx="16438022" cy="6391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defRPr sz="2000"/>
            </a:pPr>
            <a:r>
              <a:rPr lang="en-IN" sz="3200" b="1" u="sng" dirty="0"/>
              <a:t>Scope</a:t>
            </a:r>
            <a:r>
              <a:rPr lang="en-IN" sz="3200" b="1" dirty="0"/>
              <a:t>: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US" altLang="en-US" sz="2800" dirty="0"/>
              <a:t>Develop a free online learning platform that provides structured courses across various skill domains.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US" altLang="en-US" sz="2800" dirty="0"/>
              <a:t>Enable user registration, course enrollment, progress tracking, and certification generation.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US" altLang="en-US" sz="2800" dirty="0"/>
              <a:t>Provide an accessible and scalable system that supports continuous skill development.</a:t>
            </a:r>
          </a:p>
          <a:p>
            <a:pPr lvl="1">
              <a:spcBef>
                <a:spcPts val="150"/>
              </a:spcBef>
              <a:spcAft>
                <a:spcPts val="150"/>
              </a:spcAft>
              <a:defRPr sz="1800"/>
            </a:pPr>
            <a:endParaRPr lang="en-IN" sz="2800" dirty="0"/>
          </a:p>
          <a:p>
            <a:pPr lvl="1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defRPr sz="1800"/>
            </a:pPr>
            <a:r>
              <a:rPr lang="en-IN" sz="3200" b="1" u="sng" dirty="0"/>
              <a:t>Key Deliverables:</a:t>
            </a:r>
            <a:endParaRPr lang="en-US" altLang="en-US" sz="2800" dirty="0"/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US" altLang="en-US" sz="2800" dirty="0"/>
              <a:t>User Authentication System (Register/Login/Logout)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US" altLang="en-US" sz="2800" dirty="0"/>
              <a:t>Course Management Module (Add, View, Enroll in Courses)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US" altLang="en-US" sz="2800" dirty="0"/>
              <a:t> Certification Generation upon Course Completion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US" altLang="en-US" sz="2800" dirty="0"/>
              <a:t> Responsive User Interface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US" altLang="en-US" sz="2800" dirty="0"/>
              <a:t>Backend API with Database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3162" y="10598642"/>
            <a:ext cx="899160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350" spc="-10" dirty="0">
                <a:latin typeface="Verdana" panose="020B0604030504040204"/>
                <a:cs typeface="Verdana" panose="020B0604030504040204"/>
              </a:rPr>
              <a:t>Years</a:t>
            </a:r>
            <a:r>
              <a:rPr sz="1350" spc="-195" dirty="0">
                <a:latin typeface="Verdana" panose="020B0604030504040204"/>
                <a:cs typeface="Verdana" panose="020B0604030504040204"/>
              </a:rPr>
              <a:t> </a:t>
            </a:r>
            <a:r>
              <a:rPr sz="1350" spc="-25" dirty="0">
                <a:latin typeface="Verdana" panose="020B0604030504040204"/>
                <a:cs typeface="Verdana" panose="020B0604030504040204"/>
              </a:rPr>
              <a:t>of </a:t>
            </a:r>
            <a:r>
              <a:rPr sz="1350" spc="-30" dirty="0">
                <a:latin typeface="Verdana" panose="020B0604030504040204"/>
                <a:cs typeface="Verdana" panose="020B0604030504040204"/>
              </a:rPr>
              <a:t>Excellence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36758" y="10598642"/>
            <a:ext cx="1116330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350" spc="-10" dirty="0">
                <a:latin typeface="Verdana" panose="020B0604030504040204"/>
                <a:cs typeface="Verdana" panose="020B0604030504040204"/>
              </a:rPr>
              <a:t>Empowered </a:t>
            </a:r>
            <a:r>
              <a:rPr sz="1350" spc="-30" dirty="0">
                <a:latin typeface="Verdana" panose="020B0604030504040204"/>
                <a:cs typeface="Verdana" panose="020B0604030504040204"/>
              </a:rPr>
              <a:t>Professionals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72903" y="10598642"/>
            <a:ext cx="989965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350" spc="-20" dirty="0">
                <a:latin typeface="Verdana" panose="020B0604030504040204"/>
                <a:cs typeface="Verdana" panose="020B0604030504040204"/>
              </a:rPr>
              <a:t>Completion Rate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119112" y="1019174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78787"/>
                </a:solidFill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50101" y="10598642"/>
            <a:ext cx="1122045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350" spc="-25" dirty="0">
                <a:latin typeface="Verdana" panose="020B0604030504040204"/>
                <a:cs typeface="Verdana" panose="020B0604030504040204"/>
              </a:rPr>
              <a:t>Net</a:t>
            </a:r>
            <a:r>
              <a:rPr sz="1350" spc="-254" dirty="0">
                <a:latin typeface="Verdana" panose="020B0604030504040204"/>
                <a:cs typeface="Verdana" panose="020B0604030504040204"/>
              </a:rPr>
              <a:t> </a:t>
            </a:r>
            <a:r>
              <a:rPr sz="1350" spc="-30" dirty="0">
                <a:latin typeface="Verdana" panose="020B0604030504040204"/>
                <a:cs typeface="Verdana" panose="020B0604030504040204"/>
              </a:rPr>
              <a:t>Promoter </a:t>
            </a:r>
            <a:r>
              <a:rPr sz="1350" spc="-10" dirty="0">
                <a:latin typeface="Verdana" panose="020B0604030504040204"/>
                <a:cs typeface="Verdana" panose="020B0604030504040204"/>
              </a:rPr>
              <a:t>Score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1231487"/>
            <a:ext cx="17468850" cy="9525"/>
          </a:xfrm>
          <a:custGeom>
            <a:avLst/>
            <a:gdLst/>
            <a:ahLst/>
            <a:cxnLst/>
            <a:rect l="l" t="t" r="r" b="b"/>
            <a:pathLst>
              <a:path w="17468850" h="9525">
                <a:moveTo>
                  <a:pt x="17468281" y="254"/>
                </a:moveTo>
                <a:lnTo>
                  <a:pt x="0" y="254"/>
                </a:lnTo>
                <a:lnTo>
                  <a:pt x="0" y="9778"/>
                </a:lnTo>
                <a:lnTo>
                  <a:pt x="17468281" y="9778"/>
                </a:lnTo>
                <a:lnTo>
                  <a:pt x="17468281" y="254"/>
                </a:lnTo>
                <a:close/>
              </a:path>
            </a:pathLst>
          </a:custGeom>
          <a:solidFill>
            <a:srgbClr val="8E3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7755869" y="0"/>
            <a:ext cx="2347595" cy="2665095"/>
            <a:chOff x="17755869" y="0"/>
            <a:chExt cx="2347595" cy="26650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55869" y="745839"/>
              <a:ext cx="1277773" cy="7951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54928" y="0"/>
              <a:ext cx="1748408" cy="2664808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0" y="10351485"/>
            <a:ext cx="18936335" cy="19050"/>
          </a:xfrm>
          <a:custGeom>
            <a:avLst/>
            <a:gdLst/>
            <a:ahLst/>
            <a:cxnLst/>
            <a:rect l="l" t="t" r="r" b="b"/>
            <a:pathLst>
              <a:path w="18936335" h="19050">
                <a:moveTo>
                  <a:pt x="18935475" y="24"/>
                </a:moveTo>
                <a:lnTo>
                  <a:pt x="0" y="24"/>
                </a:lnTo>
                <a:lnTo>
                  <a:pt x="0" y="19072"/>
                </a:lnTo>
                <a:lnTo>
                  <a:pt x="18935475" y="19072"/>
                </a:lnTo>
                <a:lnTo>
                  <a:pt x="18935475" y="24"/>
                </a:lnTo>
                <a:close/>
              </a:path>
            </a:pathLst>
          </a:custGeom>
          <a:solidFill>
            <a:srgbClr val="8E3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62053" y="10479774"/>
            <a:ext cx="546735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1" spc="-25" dirty="0">
                <a:latin typeface="Arial" panose="020B0604020202020204"/>
                <a:cs typeface="Arial" panose="020B0604020202020204"/>
              </a:rPr>
              <a:t>15</a:t>
            </a:r>
            <a:endParaRPr sz="3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39486" y="10485870"/>
            <a:ext cx="1254125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1" spc="-20" dirty="0">
                <a:latin typeface="Tahoma" panose="020B0604030504040204"/>
                <a:cs typeface="Tahoma" panose="020B0604030504040204"/>
              </a:rPr>
              <a:t>250K</a:t>
            </a:r>
            <a:endParaRPr sz="37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886064" y="10485870"/>
            <a:ext cx="1075690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1" spc="-400" dirty="0">
                <a:latin typeface="Tahoma" panose="020B0604030504040204"/>
                <a:cs typeface="Tahoma" panose="020B0604030504040204"/>
              </a:rPr>
              <a:t>95%</a:t>
            </a:r>
            <a:endParaRPr sz="37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656699" y="10485870"/>
            <a:ext cx="653415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1" spc="40" dirty="0">
                <a:latin typeface="Tahoma" panose="020B0604030504040204"/>
                <a:cs typeface="Tahoma" panose="020B0604030504040204"/>
              </a:rPr>
              <a:t>80</a:t>
            </a:r>
            <a:endParaRPr sz="37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2053" y="2164485"/>
            <a:ext cx="16893816" cy="6346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2000"/>
            </a:pPr>
            <a:r>
              <a:rPr lang="en-IN" sz="3200" b="1" u="sng" dirty="0"/>
              <a:t>Technical Challenges: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IN" sz="2800" dirty="0"/>
              <a:t>MongoDB connection configuration issues.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US" altLang="en-US" sz="2800" dirty="0"/>
              <a:t>Managing database relationships for users, courses, enrollments, and certificates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US" altLang="en-US" sz="2800" dirty="0"/>
              <a:t>Generating dynamic certificates after course completion.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IN" sz="2800" dirty="0"/>
              <a:t>JWT token verification and protected routes implementation.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IN" sz="2800" dirty="0"/>
              <a:t>Managing environment variables securely.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IN" sz="2800" dirty="0"/>
              <a:t>Debugging API endpoint errors and HTTP status codes.</a:t>
            </a:r>
          </a:p>
          <a:p>
            <a:pPr lvl="1">
              <a:defRPr sz="1800"/>
            </a:pPr>
            <a:endParaRPr lang="en-IN" dirty="0"/>
          </a:p>
          <a:p>
            <a:pPr lvl="1">
              <a:lnSpc>
                <a:spcPct val="150000"/>
              </a:lnSpc>
              <a:defRPr sz="1800"/>
            </a:pPr>
            <a:r>
              <a:rPr lang="en-IN" sz="3200" b="1" u="sng" dirty="0"/>
              <a:t>Learning Outcomes: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IN" sz="2800" dirty="0"/>
              <a:t>Improved debugging skills.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IN" sz="2800" dirty="0"/>
              <a:t>Better understanding of middleware flow.</a:t>
            </a:r>
          </a:p>
          <a:p>
            <a:pPr marL="457200" lvl="1" indent="-4572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  <a:defRPr sz="1800"/>
            </a:pPr>
            <a:r>
              <a:rPr lang="en-IN" sz="2800" dirty="0"/>
              <a:t>Hands-on experience in full-stack integration.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73162" y="10598642"/>
            <a:ext cx="899160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350" spc="-10" dirty="0">
                <a:latin typeface="Verdana" panose="020B0604030504040204"/>
                <a:cs typeface="Verdana" panose="020B0604030504040204"/>
              </a:rPr>
              <a:t>Years</a:t>
            </a:r>
            <a:r>
              <a:rPr sz="1350" spc="-195" dirty="0">
                <a:latin typeface="Verdana" panose="020B0604030504040204"/>
                <a:cs typeface="Verdana" panose="020B0604030504040204"/>
              </a:rPr>
              <a:t> </a:t>
            </a:r>
            <a:r>
              <a:rPr sz="1350" spc="-25" dirty="0">
                <a:latin typeface="Verdana" panose="020B0604030504040204"/>
                <a:cs typeface="Verdana" panose="020B0604030504040204"/>
              </a:rPr>
              <a:t>of </a:t>
            </a:r>
            <a:r>
              <a:rPr sz="1350" spc="-30" dirty="0">
                <a:latin typeface="Verdana" panose="020B0604030504040204"/>
                <a:cs typeface="Verdana" panose="020B0604030504040204"/>
              </a:rPr>
              <a:t>Excellence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36758" y="10598642"/>
            <a:ext cx="1116330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350" spc="-10" dirty="0">
                <a:latin typeface="Verdana" panose="020B0604030504040204"/>
                <a:cs typeface="Verdana" panose="020B0604030504040204"/>
              </a:rPr>
              <a:t>Empowered </a:t>
            </a:r>
            <a:r>
              <a:rPr sz="1350" spc="-30" dirty="0">
                <a:latin typeface="Verdana" panose="020B0604030504040204"/>
                <a:cs typeface="Verdana" panose="020B0604030504040204"/>
              </a:rPr>
              <a:t>Professionals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2903" y="10598642"/>
            <a:ext cx="989965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350" spc="-20" dirty="0">
                <a:latin typeface="Verdana" panose="020B0604030504040204"/>
                <a:cs typeface="Verdana" panose="020B0604030504040204"/>
              </a:rPr>
              <a:t>Completion Rate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19112" y="1019022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78787"/>
                </a:solidFill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50101" y="10598642"/>
            <a:ext cx="1122045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350" spc="-25" dirty="0">
                <a:latin typeface="Verdana" panose="020B0604030504040204"/>
                <a:cs typeface="Verdana" panose="020B0604030504040204"/>
              </a:rPr>
              <a:t>Net</a:t>
            </a:r>
            <a:r>
              <a:rPr sz="1350" spc="-254" dirty="0">
                <a:latin typeface="Verdana" panose="020B0604030504040204"/>
                <a:cs typeface="Verdana" panose="020B0604030504040204"/>
              </a:rPr>
              <a:t> </a:t>
            </a:r>
            <a:r>
              <a:rPr sz="1350" spc="-30" dirty="0">
                <a:latin typeface="Verdana" panose="020B0604030504040204"/>
                <a:cs typeface="Verdana" panose="020B0604030504040204"/>
              </a:rPr>
              <a:t>Promoter </a:t>
            </a:r>
            <a:r>
              <a:rPr sz="1350" spc="-10" dirty="0">
                <a:latin typeface="Verdana" panose="020B0604030504040204"/>
                <a:cs typeface="Verdana" panose="020B0604030504040204"/>
              </a:rPr>
              <a:t>Score</a:t>
            </a:r>
            <a:endParaRPr sz="13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1231487"/>
            <a:ext cx="17468850" cy="9525"/>
          </a:xfrm>
          <a:custGeom>
            <a:avLst/>
            <a:gdLst/>
            <a:ahLst/>
            <a:cxnLst/>
            <a:rect l="l" t="t" r="r" b="b"/>
            <a:pathLst>
              <a:path w="17468850" h="9525">
                <a:moveTo>
                  <a:pt x="17468281" y="254"/>
                </a:moveTo>
                <a:lnTo>
                  <a:pt x="0" y="254"/>
                </a:lnTo>
                <a:lnTo>
                  <a:pt x="0" y="9778"/>
                </a:lnTo>
                <a:lnTo>
                  <a:pt x="17468281" y="9778"/>
                </a:lnTo>
                <a:lnTo>
                  <a:pt x="17468281" y="254"/>
                </a:lnTo>
                <a:close/>
              </a:path>
            </a:pathLst>
          </a:custGeom>
          <a:solidFill>
            <a:srgbClr val="8E3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7755869" y="0"/>
            <a:ext cx="2347595" cy="2665095"/>
            <a:chOff x="17755869" y="0"/>
            <a:chExt cx="2347595" cy="266509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55869" y="745839"/>
              <a:ext cx="1277773" cy="7951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54928" y="0"/>
              <a:ext cx="1748408" cy="2664808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0" y="10351485"/>
            <a:ext cx="18936335" cy="19050"/>
          </a:xfrm>
          <a:custGeom>
            <a:avLst/>
            <a:gdLst/>
            <a:ahLst/>
            <a:cxnLst/>
            <a:rect l="l" t="t" r="r" b="b"/>
            <a:pathLst>
              <a:path w="18936335" h="19050">
                <a:moveTo>
                  <a:pt x="18935475" y="24"/>
                </a:moveTo>
                <a:lnTo>
                  <a:pt x="0" y="24"/>
                </a:lnTo>
                <a:lnTo>
                  <a:pt x="0" y="19072"/>
                </a:lnTo>
                <a:lnTo>
                  <a:pt x="18935475" y="19072"/>
                </a:lnTo>
                <a:lnTo>
                  <a:pt x="18935475" y="24"/>
                </a:lnTo>
                <a:close/>
              </a:path>
            </a:pathLst>
          </a:custGeom>
          <a:solidFill>
            <a:srgbClr val="8E3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62053" y="10479774"/>
            <a:ext cx="546735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1" spc="-25" dirty="0">
                <a:latin typeface="Arial" panose="020B0604020202020204"/>
                <a:cs typeface="Arial" panose="020B0604020202020204"/>
              </a:rPr>
              <a:t>15</a:t>
            </a:r>
            <a:endParaRPr sz="3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39486" y="10485870"/>
            <a:ext cx="1254125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1" spc="-20" dirty="0">
                <a:latin typeface="Tahoma" panose="020B0604030504040204"/>
                <a:cs typeface="Tahoma" panose="020B0604030504040204"/>
              </a:rPr>
              <a:t>250K</a:t>
            </a:r>
            <a:endParaRPr sz="37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86064" y="10485870"/>
            <a:ext cx="1075690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1" spc="-400" dirty="0">
                <a:latin typeface="Tahoma" panose="020B0604030504040204"/>
                <a:cs typeface="Tahoma" panose="020B0604030504040204"/>
              </a:rPr>
              <a:t>95%</a:t>
            </a:r>
            <a:endParaRPr sz="37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656699" y="10485870"/>
            <a:ext cx="653415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b="1" spc="40" dirty="0">
                <a:latin typeface="Tahoma" panose="020B0604030504040204"/>
                <a:cs typeface="Tahoma" panose="020B0604030504040204"/>
              </a:rPr>
              <a:t>80</a:t>
            </a:r>
            <a:endParaRPr sz="37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06345" y="2232660"/>
            <a:ext cx="15579090" cy="6864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200" dirty="0"/>
              <a:t>LearningCamp successfully provides a free and accessible platform for learners to develop new skills and earn certifications.The project demonstrates strong full-stack development capabilities, secure authentication implementation, and effective integration between frontend and backend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86"/>
            <a:ext cx="20104100" cy="11303000"/>
            <a:chOff x="0" y="-286"/>
            <a:chExt cx="20104100" cy="11303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3591" cy="1130271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14578" y="10331252"/>
              <a:ext cx="19589115" cy="20955"/>
            </a:xfrm>
            <a:custGeom>
              <a:avLst/>
              <a:gdLst/>
              <a:ahLst/>
              <a:cxnLst/>
              <a:rect l="l" t="t" r="r" b="b"/>
              <a:pathLst>
                <a:path w="19589115" h="20954">
                  <a:moveTo>
                    <a:pt x="13578878" y="0"/>
                  </a:moveTo>
                  <a:lnTo>
                    <a:pt x="0" y="0"/>
                  </a:lnTo>
                  <a:lnTo>
                    <a:pt x="0" y="20942"/>
                  </a:lnTo>
                  <a:lnTo>
                    <a:pt x="13578878" y="20942"/>
                  </a:lnTo>
                  <a:lnTo>
                    <a:pt x="13578878" y="0"/>
                  </a:lnTo>
                  <a:close/>
                </a:path>
                <a:path w="19589115" h="20954">
                  <a:moveTo>
                    <a:pt x="19589001" y="0"/>
                  </a:moveTo>
                  <a:lnTo>
                    <a:pt x="16923347" y="0"/>
                  </a:lnTo>
                  <a:lnTo>
                    <a:pt x="16923347" y="20942"/>
                  </a:lnTo>
                  <a:lnTo>
                    <a:pt x="19589001" y="20942"/>
                  </a:lnTo>
                  <a:lnTo>
                    <a:pt x="19589001" y="0"/>
                  </a:lnTo>
                  <a:close/>
                </a:path>
              </a:pathLst>
            </a:custGeom>
            <a:solidFill>
              <a:srgbClr val="9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607030" y="10150582"/>
              <a:ext cx="382270" cy="382270"/>
            </a:xfrm>
            <a:custGeom>
              <a:avLst/>
              <a:gdLst/>
              <a:ahLst/>
              <a:cxnLst/>
              <a:rect l="l" t="t" r="r" b="b"/>
              <a:pathLst>
                <a:path w="382269" h="382270">
                  <a:moveTo>
                    <a:pt x="190735" y="29"/>
                  </a:moveTo>
                  <a:lnTo>
                    <a:pt x="146921" y="5070"/>
                  </a:lnTo>
                  <a:lnTo>
                    <a:pt x="106663" y="19446"/>
                  </a:lnTo>
                  <a:lnTo>
                    <a:pt x="71231" y="42014"/>
                  </a:lnTo>
                  <a:lnTo>
                    <a:pt x="41641" y="71604"/>
                  </a:lnTo>
                  <a:lnTo>
                    <a:pt x="19036" y="107087"/>
                  </a:lnTo>
                  <a:lnTo>
                    <a:pt x="4685" y="147320"/>
                  </a:lnTo>
                  <a:lnTo>
                    <a:pt x="-394" y="191133"/>
                  </a:lnTo>
                  <a:lnTo>
                    <a:pt x="4685" y="234960"/>
                  </a:lnTo>
                  <a:lnTo>
                    <a:pt x="19036" y="275193"/>
                  </a:lnTo>
                  <a:lnTo>
                    <a:pt x="41641" y="310675"/>
                  </a:lnTo>
                  <a:lnTo>
                    <a:pt x="71231" y="340266"/>
                  </a:lnTo>
                  <a:lnTo>
                    <a:pt x="106663" y="362833"/>
                  </a:lnTo>
                  <a:lnTo>
                    <a:pt x="146921" y="377209"/>
                  </a:lnTo>
                  <a:lnTo>
                    <a:pt x="190735" y="382251"/>
                  </a:lnTo>
                  <a:lnTo>
                    <a:pt x="234549" y="377209"/>
                  </a:lnTo>
                  <a:lnTo>
                    <a:pt x="274807" y="362833"/>
                  </a:lnTo>
                  <a:lnTo>
                    <a:pt x="310239" y="340266"/>
                  </a:lnTo>
                  <a:lnTo>
                    <a:pt x="339829" y="310675"/>
                  </a:lnTo>
                  <a:lnTo>
                    <a:pt x="362435" y="275193"/>
                  </a:lnTo>
                  <a:lnTo>
                    <a:pt x="376786" y="234960"/>
                  </a:lnTo>
                  <a:lnTo>
                    <a:pt x="381865" y="191133"/>
                  </a:lnTo>
                  <a:lnTo>
                    <a:pt x="376786" y="147320"/>
                  </a:lnTo>
                  <a:lnTo>
                    <a:pt x="362435" y="107087"/>
                  </a:lnTo>
                  <a:lnTo>
                    <a:pt x="339829" y="71604"/>
                  </a:lnTo>
                  <a:lnTo>
                    <a:pt x="310239" y="42014"/>
                  </a:lnTo>
                  <a:lnTo>
                    <a:pt x="274807" y="19446"/>
                  </a:lnTo>
                  <a:lnTo>
                    <a:pt x="234549" y="5070"/>
                  </a:lnTo>
                  <a:lnTo>
                    <a:pt x="190735" y="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12439" y="10281367"/>
              <a:ext cx="272810" cy="2477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97581" y="10269823"/>
              <a:ext cx="200765" cy="1437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296643" y="10150582"/>
              <a:ext cx="382270" cy="382270"/>
            </a:xfrm>
            <a:custGeom>
              <a:avLst/>
              <a:gdLst/>
              <a:ahLst/>
              <a:cxnLst/>
              <a:rect l="l" t="t" r="r" b="b"/>
              <a:pathLst>
                <a:path w="382269" h="382270">
                  <a:moveTo>
                    <a:pt x="190768" y="29"/>
                  </a:moveTo>
                  <a:lnTo>
                    <a:pt x="146954" y="5070"/>
                  </a:lnTo>
                  <a:lnTo>
                    <a:pt x="106696" y="19446"/>
                  </a:lnTo>
                  <a:lnTo>
                    <a:pt x="71264" y="42014"/>
                  </a:lnTo>
                  <a:lnTo>
                    <a:pt x="41674" y="71604"/>
                  </a:lnTo>
                  <a:lnTo>
                    <a:pt x="19069" y="107087"/>
                  </a:lnTo>
                  <a:lnTo>
                    <a:pt x="4718" y="147320"/>
                  </a:lnTo>
                  <a:lnTo>
                    <a:pt x="-361" y="191133"/>
                  </a:lnTo>
                  <a:lnTo>
                    <a:pt x="4718" y="234960"/>
                  </a:lnTo>
                  <a:lnTo>
                    <a:pt x="19069" y="275193"/>
                  </a:lnTo>
                  <a:lnTo>
                    <a:pt x="41674" y="310675"/>
                  </a:lnTo>
                  <a:lnTo>
                    <a:pt x="71264" y="340266"/>
                  </a:lnTo>
                  <a:lnTo>
                    <a:pt x="106696" y="362833"/>
                  </a:lnTo>
                  <a:lnTo>
                    <a:pt x="146954" y="377209"/>
                  </a:lnTo>
                  <a:lnTo>
                    <a:pt x="190768" y="382251"/>
                  </a:lnTo>
                  <a:lnTo>
                    <a:pt x="234582" y="377209"/>
                  </a:lnTo>
                  <a:lnTo>
                    <a:pt x="274840" y="362833"/>
                  </a:lnTo>
                  <a:lnTo>
                    <a:pt x="310399" y="340266"/>
                  </a:lnTo>
                  <a:lnTo>
                    <a:pt x="339990" y="310675"/>
                  </a:lnTo>
                  <a:lnTo>
                    <a:pt x="362468" y="275193"/>
                  </a:lnTo>
                  <a:lnTo>
                    <a:pt x="376819" y="234960"/>
                  </a:lnTo>
                  <a:lnTo>
                    <a:pt x="381899" y="191133"/>
                  </a:lnTo>
                  <a:lnTo>
                    <a:pt x="376819" y="147320"/>
                  </a:lnTo>
                  <a:lnTo>
                    <a:pt x="362468" y="107087"/>
                  </a:lnTo>
                  <a:lnTo>
                    <a:pt x="339990" y="71604"/>
                  </a:lnTo>
                  <a:lnTo>
                    <a:pt x="310399" y="42014"/>
                  </a:lnTo>
                  <a:lnTo>
                    <a:pt x="274840" y="19446"/>
                  </a:lnTo>
                  <a:lnTo>
                    <a:pt x="234582" y="5070"/>
                  </a:lnTo>
                  <a:lnTo>
                    <a:pt x="190768" y="29"/>
                  </a:lnTo>
                  <a:close/>
                </a:path>
              </a:pathLst>
            </a:custGeom>
            <a:solidFill>
              <a:srgbClr val="1677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20595" y="10212027"/>
              <a:ext cx="258010" cy="31822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420468" y="10212088"/>
              <a:ext cx="134620" cy="259715"/>
            </a:xfrm>
            <a:custGeom>
              <a:avLst/>
              <a:gdLst/>
              <a:ahLst/>
              <a:cxnLst/>
              <a:rect l="l" t="t" r="r" b="b"/>
              <a:pathLst>
                <a:path w="134619" h="259715">
                  <a:moveTo>
                    <a:pt x="107582" y="27"/>
                  </a:moveTo>
                  <a:lnTo>
                    <a:pt x="55768" y="15610"/>
                  </a:lnTo>
                  <a:lnTo>
                    <a:pt x="39385" y="60897"/>
                  </a:lnTo>
                  <a:lnTo>
                    <a:pt x="39385" y="94919"/>
                  </a:lnTo>
                  <a:lnTo>
                    <a:pt x="-364" y="94919"/>
                  </a:lnTo>
                  <a:lnTo>
                    <a:pt x="-364" y="141171"/>
                  </a:lnTo>
                  <a:lnTo>
                    <a:pt x="39385" y="141171"/>
                  </a:lnTo>
                  <a:lnTo>
                    <a:pt x="39385" y="259316"/>
                  </a:lnTo>
                  <a:lnTo>
                    <a:pt x="87136" y="259316"/>
                  </a:lnTo>
                  <a:lnTo>
                    <a:pt x="87136" y="141171"/>
                  </a:lnTo>
                  <a:lnTo>
                    <a:pt x="126886" y="141171"/>
                  </a:lnTo>
                  <a:lnTo>
                    <a:pt x="132855" y="94919"/>
                  </a:lnTo>
                  <a:lnTo>
                    <a:pt x="87136" y="94919"/>
                  </a:lnTo>
                  <a:lnTo>
                    <a:pt x="87136" y="65469"/>
                  </a:lnTo>
                  <a:lnTo>
                    <a:pt x="88025" y="56325"/>
                  </a:lnTo>
                  <a:lnTo>
                    <a:pt x="91327" y="49226"/>
                  </a:lnTo>
                  <a:lnTo>
                    <a:pt x="98312" y="44628"/>
                  </a:lnTo>
                  <a:lnTo>
                    <a:pt x="109995" y="43003"/>
                  </a:lnTo>
                  <a:lnTo>
                    <a:pt x="134252" y="43003"/>
                  </a:lnTo>
                  <a:lnTo>
                    <a:pt x="134252" y="1754"/>
                  </a:lnTo>
                  <a:lnTo>
                    <a:pt x="125362" y="941"/>
                  </a:lnTo>
                  <a:lnTo>
                    <a:pt x="107582" y="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262222" y="10150582"/>
              <a:ext cx="382270" cy="382270"/>
            </a:xfrm>
            <a:custGeom>
              <a:avLst/>
              <a:gdLst/>
              <a:ahLst/>
              <a:cxnLst/>
              <a:rect l="l" t="t" r="r" b="b"/>
              <a:pathLst>
                <a:path w="382269" h="382270">
                  <a:moveTo>
                    <a:pt x="190719" y="29"/>
                  </a:moveTo>
                  <a:lnTo>
                    <a:pt x="146905" y="5070"/>
                  </a:lnTo>
                  <a:lnTo>
                    <a:pt x="106647" y="19446"/>
                  </a:lnTo>
                  <a:lnTo>
                    <a:pt x="71088" y="42014"/>
                  </a:lnTo>
                  <a:lnTo>
                    <a:pt x="41497" y="71604"/>
                  </a:lnTo>
                  <a:lnTo>
                    <a:pt x="19019" y="107087"/>
                  </a:lnTo>
                  <a:lnTo>
                    <a:pt x="4541" y="147320"/>
                  </a:lnTo>
                  <a:lnTo>
                    <a:pt x="-410" y="191133"/>
                  </a:lnTo>
                  <a:lnTo>
                    <a:pt x="4541" y="234960"/>
                  </a:lnTo>
                  <a:lnTo>
                    <a:pt x="19019" y="275180"/>
                  </a:lnTo>
                  <a:lnTo>
                    <a:pt x="41497" y="310663"/>
                  </a:lnTo>
                  <a:lnTo>
                    <a:pt x="71088" y="340266"/>
                  </a:lnTo>
                  <a:lnTo>
                    <a:pt x="106647" y="362820"/>
                  </a:lnTo>
                  <a:lnTo>
                    <a:pt x="146905" y="377209"/>
                  </a:lnTo>
                  <a:lnTo>
                    <a:pt x="190719" y="382251"/>
                  </a:lnTo>
                  <a:lnTo>
                    <a:pt x="234533" y="377209"/>
                  </a:lnTo>
                  <a:lnTo>
                    <a:pt x="274664" y="362820"/>
                  </a:lnTo>
                  <a:lnTo>
                    <a:pt x="310223" y="340266"/>
                  </a:lnTo>
                  <a:lnTo>
                    <a:pt x="339813" y="310663"/>
                  </a:lnTo>
                  <a:lnTo>
                    <a:pt x="362418" y="275180"/>
                  </a:lnTo>
                  <a:lnTo>
                    <a:pt x="376769" y="234960"/>
                  </a:lnTo>
                  <a:lnTo>
                    <a:pt x="381722" y="191133"/>
                  </a:lnTo>
                  <a:lnTo>
                    <a:pt x="376769" y="147320"/>
                  </a:lnTo>
                  <a:lnTo>
                    <a:pt x="362418" y="107087"/>
                  </a:lnTo>
                  <a:lnTo>
                    <a:pt x="339813" y="71604"/>
                  </a:lnTo>
                  <a:lnTo>
                    <a:pt x="310223" y="42014"/>
                  </a:lnTo>
                  <a:lnTo>
                    <a:pt x="274664" y="19446"/>
                  </a:lnTo>
                  <a:lnTo>
                    <a:pt x="234533" y="5070"/>
                  </a:lnTo>
                  <a:lnTo>
                    <a:pt x="190719" y="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343376" y="10229324"/>
              <a:ext cx="219341" cy="2245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52980" y="10151741"/>
              <a:ext cx="381844" cy="38220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951583" y="10150252"/>
              <a:ext cx="336550" cy="336550"/>
            </a:xfrm>
            <a:custGeom>
              <a:avLst/>
              <a:gdLst/>
              <a:ahLst/>
              <a:cxnLst/>
              <a:rect l="l" t="t" r="r" b="b"/>
              <a:pathLst>
                <a:path w="336550" h="336550">
                  <a:moveTo>
                    <a:pt x="207642" y="29"/>
                  </a:moveTo>
                  <a:lnTo>
                    <a:pt x="165733" y="740"/>
                  </a:lnTo>
                  <a:lnTo>
                    <a:pt x="124840" y="10582"/>
                  </a:lnTo>
                  <a:lnTo>
                    <a:pt x="86614" y="29505"/>
                  </a:lnTo>
                  <a:lnTo>
                    <a:pt x="52452" y="57507"/>
                  </a:lnTo>
                  <a:lnTo>
                    <a:pt x="25656" y="92520"/>
                  </a:lnTo>
                  <a:lnTo>
                    <a:pt x="8003" y="131445"/>
                  </a:lnTo>
                  <a:lnTo>
                    <a:pt x="-377" y="172630"/>
                  </a:lnTo>
                  <a:lnTo>
                    <a:pt x="257" y="214475"/>
                  </a:lnTo>
                  <a:lnTo>
                    <a:pt x="10162" y="255368"/>
                  </a:lnTo>
                  <a:lnTo>
                    <a:pt x="29085" y="293658"/>
                  </a:lnTo>
                  <a:lnTo>
                    <a:pt x="66422" y="336443"/>
                  </a:lnTo>
                  <a:lnTo>
                    <a:pt x="104902" y="313419"/>
                  </a:lnTo>
                  <a:lnTo>
                    <a:pt x="143636" y="286241"/>
                  </a:lnTo>
                  <a:lnTo>
                    <a:pt x="181989" y="255064"/>
                  </a:lnTo>
                  <a:lnTo>
                    <a:pt x="219453" y="220012"/>
                  </a:lnTo>
                  <a:lnTo>
                    <a:pt x="254504" y="182510"/>
                  </a:lnTo>
                  <a:lnTo>
                    <a:pt x="285745" y="144157"/>
                  </a:lnTo>
                  <a:lnTo>
                    <a:pt x="312923" y="105461"/>
                  </a:lnTo>
                  <a:lnTo>
                    <a:pt x="335909" y="66867"/>
                  </a:lnTo>
                  <a:lnTo>
                    <a:pt x="330321" y="60479"/>
                  </a:lnTo>
                  <a:lnTo>
                    <a:pt x="322701" y="52923"/>
                  </a:lnTo>
                  <a:lnTo>
                    <a:pt x="287650" y="26088"/>
                  </a:lnTo>
                  <a:lnTo>
                    <a:pt x="248789" y="8474"/>
                  </a:lnTo>
                  <a:lnTo>
                    <a:pt x="207642" y="29"/>
                  </a:lnTo>
                  <a:close/>
                </a:path>
              </a:pathLst>
            </a:custGeom>
            <a:solidFill>
              <a:srgbClr val="FFFFFF">
                <a:alpha val="90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043531" y="10242278"/>
              <a:ext cx="200782" cy="20114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6917288" y="10150582"/>
              <a:ext cx="382270" cy="382270"/>
            </a:xfrm>
            <a:custGeom>
              <a:avLst/>
              <a:gdLst/>
              <a:ahLst/>
              <a:cxnLst/>
              <a:rect l="l" t="t" r="r" b="b"/>
              <a:pathLst>
                <a:path w="382269" h="382270">
                  <a:moveTo>
                    <a:pt x="190702" y="29"/>
                  </a:moveTo>
                  <a:lnTo>
                    <a:pt x="146888" y="5070"/>
                  </a:lnTo>
                  <a:lnTo>
                    <a:pt x="106757" y="19446"/>
                  </a:lnTo>
                  <a:lnTo>
                    <a:pt x="71198" y="42001"/>
                  </a:lnTo>
                  <a:lnTo>
                    <a:pt x="41608" y="71604"/>
                  </a:lnTo>
                  <a:lnTo>
                    <a:pt x="19002" y="107087"/>
                  </a:lnTo>
                  <a:lnTo>
                    <a:pt x="4652" y="147320"/>
                  </a:lnTo>
                  <a:lnTo>
                    <a:pt x="-427" y="191133"/>
                  </a:lnTo>
                  <a:lnTo>
                    <a:pt x="4652" y="234960"/>
                  </a:lnTo>
                  <a:lnTo>
                    <a:pt x="19002" y="275180"/>
                  </a:lnTo>
                  <a:lnTo>
                    <a:pt x="41608" y="310675"/>
                  </a:lnTo>
                  <a:lnTo>
                    <a:pt x="71198" y="340266"/>
                  </a:lnTo>
                  <a:lnTo>
                    <a:pt x="106757" y="362820"/>
                  </a:lnTo>
                  <a:lnTo>
                    <a:pt x="146888" y="377209"/>
                  </a:lnTo>
                  <a:lnTo>
                    <a:pt x="190702" y="382251"/>
                  </a:lnTo>
                  <a:lnTo>
                    <a:pt x="234516" y="377209"/>
                  </a:lnTo>
                  <a:lnTo>
                    <a:pt x="274774" y="362820"/>
                  </a:lnTo>
                  <a:lnTo>
                    <a:pt x="310333" y="340266"/>
                  </a:lnTo>
                  <a:lnTo>
                    <a:pt x="339923" y="310675"/>
                  </a:lnTo>
                  <a:lnTo>
                    <a:pt x="362402" y="275180"/>
                  </a:lnTo>
                  <a:lnTo>
                    <a:pt x="376752" y="234960"/>
                  </a:lnTo>
                  <a:lnTo>
                    <a:pt x="381832" y="191133"/>
                  </a:lnTo>
                  <a:lnTo>
                    <a:pt x="376752" y="147320"/>
                  </a:lnTo>
                  <a:lnTo>
                    <a:pt x="362402" y="107087"/>
                  </a:lnTo>
                  <a:lnTo>
                    <a:pt x="339923" y="71604"/>
                  </a:lnTo>
                  <a:lnTo>
                    <a:pt x="310333" y="42001"/>
                  </a:lnTo>
                  <a:lnTo>
                    <a:pt x="274774" y="19446"/>
                  </a:lnTo>
                  <a:lnTo>
                    <a:pt x="234516" y="5070"/>
                  </a:lnTo>
                  <a:lnTo>
                    <a:pt x="190702" y="29"/>
                  </a:lnTo>
                  <a:close/>
                </a:path>
              </a:pathLst>
            </a:custGeom>
            <a:solidFill>
              <a:srgbClr val="009A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997934" y="10222121"/>
              <a:ext cx="297180" cy="311150"/>
            </a:xfrm>
            <a:custGeom>
              <a:avLst/>
              <a:gdLst/>
              <a:ahLst/>
              <a:cxnLst/>
              <a:rect l="l" t="t" r="r" b="b"/>
              <a:pathLst>
                <a:path w="297180" h="311150">
                  <a:moveTo>
                    <a:pt x="35383" y="27"/>
                  </a:moveTo>
                  <a:lnTo>
                    <a:pt x="27001" y="27"/>
                  </a:lnTo>
                  <a:lnTo>
                    <a:pt x="16333" y="2186"/>
                  </a:lnTo>
                  <a:lnTo>
                    <a:pt x="7698" y="8053"/>
                  </a:lnTo>
                  <a:lnTo>
                    <a:pt x="1729" y="16765"/>
                  </a:lnTo>
                  <a:lnTo>
                    <a:pt x="-429" y="27420"/>
                  </a:lnTo>
                  <a:lnTo>
                    <a:pt x="-429" y="34710"/>
                  </a:lnTo>
                  <a:lnTo>
                    <a:pt x="2491" y="41339"/>
                  </a:lnTo>
                  <a:lnTo>
                    <a:pt x="27128" y="66294"/>
                  </a:lnTo>
                  <a:lnTo>
                    <a:pt x="2872" y="66294"/>
                  </a:lnTo>
                  <a:lnTo>
                    <a:pt x="2872" y="220950"/>
                  </a:lnTo>
                  <a:lnTo>
                    <a:pt x="91770" y="309823"/>
                  </a:lnTo>
                  <a:lnTo>
                    <a:pt x="97738" y="310407"/>
                  </a:lnTo>
                  <a:lnTo>
                    <a:pt x="103961" y="310712"/>
                  </a:lnTo>
                  <a:lnTo>
                    <a:pt x="110057" y="310712"/>
                  </a:lnTo>
                  <a:lnTo>
                    <a:pt x="162888" y="303346"/>
                  </a:lnTo>
                  <a:lnTo>
                    <a:pt x="209877" y="282620"/>
                  </a:lnTo>
                  <a:lnTo>
                    <a:pt x="249246" y="250566"/>
                  </a:lnTo>
                  <a:lnTo>
                    <a:pt x="278963" y="209241"/>
                  </a:lnTo>
                  <a:lnTo>
                    <a:pt x="296742" y="160690"/>
                  </a:lnTo>
                  <a:lnTo>
                    <a:pt x="212036" y="76504"/>
                  </a:lnTo>
                  <a:lnTo>
                    <a:pt x="209369" y="73596"/>
                  </a:lnTo>
                  <a:lnTo>
                    <a:pt x="206321" y="71069"/>
                  </a:lnTo>
                  <a:lnTo>
                    <a:pt x="196542" y="65252"/>
                  </a:lnTo>
                  <a:lnTo>
                    <a:pt x="188414" y="63398"/>
                  </a:lnTo>
                  <a:lnTo>
                    <a:pt x="178381" y="63398"/>
                  </a:lnTo>
                  <a:lnTo>
                    <a:pt x="138885" y="72605"/>
                  </a:lnTo>
                  <a:lnTo>
                    <a:pt x="132663" y="76771"/>
                  </a:lnTo>
                  <a:lnTo>
                    <a:pt x="120217" y="66294"/>
                  </a:lnTo>
                  <a:lnTo>
                    <a:pt x="104850" y="66294"/>
                  </a:lnTo>
                  <a:lnTo>
                    <a:pt x="47575" y="9044"/>
                  </a:lnTo>
                  <a:lnTo>
                    <a:pt x="42622" y="3507"/>
                  </a:lnTo>
                  <a:lnTo>
                    <a:pt x="35383" y="27"/>
                  </a:lnTo>
                  <a:close/>
                </a:path>
              </a:pathLst>
            </a:custGeom>
            <a:solidFill>
              <a:srgbClr val="006D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997503" y="10222172"/>
              <a:ext cx="55244" cy="220979"/>
            </a:xfrm>
            <a:custGeom>
              <a:avLst/>
              <a:gdLst/>
              <a:ahLst/>
              <a:cxnLst/>
              <a:rect l="l" t="t" r="r" b="b"/>
              <a:pathLst>
                <a:path w="55244" h="220979">
                  <a:moveTo>
                    <a:pt x="51943" y="66281"/>
                  </a:moveTo>
                  <a:lnTo>
                    <a:pt x="3302" y="66281"/>
                  </a:lnTo>
                  <a:lnTo>
                    <a:pt x="3302" y="220916"/>
                  </a:lnTo>
                  <a:lnTo>
                    <a:pt x="51943" y="220916"/>
                  </a:lnTo>
                  <a:lnTo>
                    <a:pt x="51943" y="66281"/>
                  </a:lnTo>
                  <a:close/>
                </a:path>
                <a:path w="55244" h="220979">
                  <a:moveTo>
                    <a:pt x="55118" y="27393"/>
                  </a:moveTo>
                  <a:lnTo>
                    <a:pt x="52959" y="16738"/>
                  </a:lnTo>
                  <a:lnTo>
                    <a:pt x="47117" y="8039"/>
                  </a:lnTo>
                  <a:lnTo>
                    <a:pt x="38354" y="2159"/>
                  </a:lnTo>
                  <a:lnTo>
                    <a:pt x="27432" y="0"/>
                  </a:lnTo>
                  <a:lnTo>
                    <a:pt x="16764" y="2159"/>
                  </a:lnTo>
                  <a:lnTo>
                    <a:pt x="8001" y="8039"/>
                  </a:lnTo>
                  <a:lnTo>
                    <a:pt x="2159" y="16738"/>
                  </a:lnTo>
                  <a:lnTo>
                    <a:pt x="0" y="27393"/>
                  </a:lnTo>
                  <a:lnTo>
                    <a:pt x="2159" y="38061"/>
                  </a:lnTo>
                  <a:lnTo>
                    <a:pt x="8001" y="46761"/>
                  </a:lnTo>
                  <a:lnTo>
                    <a:pt x="16764" y="52628"/>
                  </a:lnTo>
                  <a:lnTo>
                    <a:pt x="27686" y="54787"/>
                  </a:lnTo>
                  <a:lnTo>
                    <a:pt x="38354" y="52628"/>
                  </a:lnTo>
                  <a:lnTo>
                    <a:pt x="47117" y="46761"/>
                  </a:lnTo>
                  <a:lnTo>
                    <a:pt x="52959" y="38061"/>
                  </a:lnTo>
                  <a:lnTo>
                    <a:pt x="55118" y="273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074514" y="10285520"/>
              <a:ext cx="148687" cy="15753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10485" y="7611069"/>
              <a:ext cx="241088" cy="24105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503143" y="0"/>
              <a:ext cx="4600447" cy="706408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0" y="-286"/>
              <a:ext cx="514984" cy="11303000"/>
            </a:xfrm>
            <a:custGeom>
              <a:avLst/>
              <a:gdLst/>
              <a:ahLst/>
              <a:cxnLst/>
              <a:rect l="l" t="t" r="r" b="b"/>
              <a:pathLst>
                <a:path w="514984" h="11303000">
                  <a:moveTo>
                    <a:pt x="514590" y="285"/>
                  </a:moveTo>
                  <a:lnTo>
                    <a:pt x="0" y="285"/>
                  </a:lnTo>
                  <a:lnTo>
                    <a:pt x="0" y="11303000"/>
                  </a:lnTo>
                  <a:lnTo>
                    <a:pt x="514590" y="11303000"/>
                  </a:lnTo>
                  <a:lnTo>
                    <a:pt x="514590" y="285"/>
                  </a:lnTo>
                  <a:close/>
                </a:path>
              </a:pathLst>
            </a:custGeom>
            <a:solidFill>
              <a:srgbClr val="8E3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32988" y="5462389"/>
              <a:ext cx="989965" cy="482600"/>
            </a:xfrm>
            <a:custGeom>
              <a:avLst/>
              <a:gdLst/>
              <a:ahLst/>
              <a:cxnLst/>
              <a:rect l="l" t="t" r="r" b="b"/>
              <a:pathLst>
                <a:path w="989964" h="482600">
                  <a:moveTo>
                    <a:pt x="358000" y="312534"/>
                  </a:moveTo>
                  <a:lnTo>
                    <a:pt x="355333" y="265430"/>
                  </a:lnTo>
                  <a:lnTo>
                    <a:pt x="347256" y="224409"/>
                  </a:lnTo>
                  <a:lnTo>
                    <a:pt x="333743" y="188595"/>
                  </a:lnTo>
                  <a:lnTo>
                    <a:pt x="288912" y="133477"/>
                  </a:lnTo>
                  <a:lnTo>
                    <a:pt x="274815" y="125476"/>
                  </a:lnTo>
                  <a:lnTo>
                    <a:pt x="274815" y="254889"/>
                  </a:lnTo>
                  <a:lnTo>
                    <a:pt x="83299" y="254889"/>
                  </a:lnTo>
                  <a:lnTo>
                    <a:pt x="90284" y="218821"/>
                  </a:lnTo>
                  <a:lnTo>
                    <a:pt x="110096" y="188214"/>
                  </a:lnTo>
                  <a:lnTo>
                    <a:pt x="140957" y="167132"/>
                  </a:lnTo>
                  <a:lnTo>
                    <a:pt x="181216" y="160020"/>
                  </a:lnTo>
                  <a:lnTo>
                    <a:pt x="203949" y="162306"/>
                  </a:lnTo>
                  <a:lnTo>
                    <a:pt x="241033" y="180467"/>
                  </a:lnTo>
                  <a:lnTo>
                    <a:pt x="269989" y="224409"/>
                  </a:lnTo>
                  <a:lnTo>
                    <a:pt x="274815" y="254889"/>
                  </a:lnTo>
                  <a:lnTo>
                    <a:pt x="274815" y="125476"/>
                  </a:lnTo>
                  <a:lnTo>
                    <a:pt x="257416" y="115570"/>
                  </a:lnTo>
                  <a:lnTo>
                    <a:pt x="220332" y="104775"/>
                  </a:lnTo>
                  <a:lnTo>
                    <a:pt x="177660" y="101092"/>
                  </a:lnTo>
                  <a:lnTo>
                    <a:pt x="140830" y="104394"/>
                  </a:lnTo>
                  <a:lnTo>
                    <a:pt x="77216" y="130175"/>
                  </a:lnTo>
                  <a:lnTo>
                    <a:pt x="28321" y="180467"/>
                  </a:lnTo>
                  <a:lnTo>
                    <a:pt x="3175" y="246380"/>
                  </a:lnTo>
                  <a:lnTo>
                    <a:pt x="0" y="284861"/>
                  </a:lnTo>
                  <a:lnTo>
                    <a:pt x="2794" y="327647"/>
                  </a:lnTo>
                  <a:lnTo>
                    <a:pt x="11049" y="365620"/>
                  </a:lnTo>
                  <a:lnTo>
                    <a:pt x="43942" y="426834"/>
                  </a:lnTo>
                  <a:lnTo>
                    <a:pt x="102603" y="468490"/>
                  </a:lnTo>
                  <a:lnTo>
                    <a:pt x="140195" y="478777"/>
                  </a:lnTo>
                  <a:lnTo>
                    <a:pt x="183248" y="482333"/>
                  </a:lnTo>
                  <a:lnTo>
                    <a:pt x="222618" y="479412"/>
                  </a:lnTo>
                  <a:lnTo>
                    <a:pt x="288023" y="455790"/>
                  </a:lnTo>
                  <a:lnTo>
                    <a:pt x="323837" y="424040"/>
                  </a:lnTo>
                  <a:lnTo>
                    <a:pt x="348856" y="378320"/>
                  </a:lnTo>
                  <a:lnTo>
                    <a:pt x="351777" y="357619"/>
                  </a:lnTo>
                  <a:lnTo>
                    <a:pt x="272783" y="357619"/>
                  </a:lnTo>
                  <a:lnTo>
                    <a:pt x="271259" y="369049"/>
                  </a:lnTo>
                  <a:lnTo>
                    <a:pt x="267195" y="379844"/>
                  </a:lnTo>
                  <a:lnTo>
                    <a:pt x="237731" y="410451"/>
                  </a:lnTo>
                  <a:lnTo>
                    <a:pt x="203060" y="422516"/>
                  </a:lnTo>
                  <a:lnTo>
                    <a:pt x="182486" y="424040"/>
                  </a:lnTo>
                  <a:lnTo>
                    <a:pt x="158864" y="421881"/>
                  </a:lnTo>
                  <a:lnTo>
                    <a:pt x="120383" y="404228"/>
                  </a:lnTo>
                  <a:lnTo>
                    <a:pt x="95745" y="372859"/>
                  </a:lnTo>
                  <a:lnTo>
                    <a:pt x="84696" y="334759"/>
                  </a:lnTo>
                  <a:lnTo>
                    <a:pt x="83299" y="312534"/>
                  </a:lnTo>
                  <a:lnTo>
                    <a:pt x="358000" y="312534"/>
                  </a:lnTo>
                  <a:close/>
                </a:path>
                <a:path w="989964" h="482600">
                  <a:moveTo>
                    <a:pt x="739368" y="219583"/>
                  </a:moveTo>
                  <a:lnTo>
                    <a:pt x="731240" y="169418"/>
                  </a:lnTo>
                  <a:lnTo>
                    <a:pt x="706856" y="132334"/>
                  </a:lnTo>
                  <a:lnTo>
                    <a:pt x="667740" y="109474"/>
                  </a:lnTo>
                  <a:lnTo>
                    <a:pt x="615543" y="101854"/>
                  </a:lnTo>
                  <a:lnTo>
                    <a:pt x="574789" y="105791"/>
                  </a:lnTo>
                  <a:lnTo>
                    <a:pt x="541515" y="117475"/>
                  </a:lnTo>
                  <a:lnTo>
                    <a:pt x="515734" y="136906"/>
                  </a:lnTo>
                  <a:lnTo>
                    <a:pt x="497319" y="164211"/>
                  </a:lnTo>
                  <a:lnTo>
                    <a:pt x="495922" y="164211"/>
                  </a:lnTo>
                  <a:lnTo>
                    <a:pt x="495922" y="110109"/>
                  </a:lnTo>
                  <a:lnTo>
                    <a:pt x="416166" y="110109"/>
                  </a:lnTo>
                  <a:lnTo>
                    <a:pt x="416166" y="473316"/>
                  </a:lnTo>
                  <a:lnTo>
                    <a:pt x="495922" y="473316"/>
                  </a:lnTo>
                  <a:lnTo>
                    <a:pt x="495922" y="259207"/>
                  </a:lnTo>
                  <a:lnTo>
                    <a:pt x="497700" y="239395"/>
                  </a:lnTo>
                  <a:lnTo>
                    <a:pt x="512051" y="205359"/>
                  </a:lnTo>
                  <a:lnTo>
                    <a:pt x="538721" y="180594"/>
                  </a:lnTo>
                  <a:lnTo>
                    <a:pt x="572249" y="168529"/>
                  </a:lnTo>
                  <a:lnTo>
                    <a:pt x="591794" y="167005"/>
                  </a:lnTo>
                  <a:lnTo>
                    <a:pt x="621385" y="171577"/>
                  </a:lnTo>
                  <a:lnTo>
                    <a:pt x="642594" y="185547"/>
                  </a:lnTo>
                  <a:lnTo>
                    <a:pt x="655294" y="208661"/>
                  </a:lnTo>
                  <a:lnTo>
                    <a:pt x="659485" y="241173"/>
                  </a:lnTo>
                  <a:lnTo>
                    <a:pt x="659485" y="473316"/>
                  </a:lnTo>
                  <a:lnTo>
                    <a:pt x="739368" y="473316"/>
                  </a:lnTo>
                  <a:lnTo>
                    <a:pt x="739368" y="219583"/>
                  </a:lnTo>
                  <a:close/>
                </a:path>
                <a:path w="989964" h="482600">
                  <a:moveTo>
                    <a:pt x="989812" y="110109"/>
                  </a:moveTo>
                  <a:lnTo>
                    <a:pt x="917041" y="110109"/>
                  </a:lnTo>
                  <a:lnTo>
                    <a:pt x="917041" y="0"/>
                  </a:lnTo>
                  <a:lnTo>
                    <a:pt x="837285" y="0"/>
                  </a:lnTo>
                  <a:lnTo>
                    <a:pt x="837285" y="110109"/>
                  </a:lnTo>
                  <a:lnTo>
                    <a:pt x="773658" y="110109"/>
                  </a:lnTo>
                  <a:lnTo>
                    <a:pt x="773658" y="171831"/>
                  </a:lnTo>
                  <a:lnTo>
                    <a:pt x="837285" y="171831"/>
                  </a:lnTo>
                  <a:lnTo>
                    <a:pt x="837285" y="394322"/>
                  </a:lnTo>
                  <a:lnTo>
                    <a:pt x="838555" y="415658"/>
                  </a:lnTo>
                  <a:lnTo>
                    <a:pt x="848588" y="447789"/>
                  </a:lnTo>
                  <a:lnTo>
                    <a:pt x="884402" y="471665"/>
                  </a:lnTo>
                  <a:lnTo>
                    <a:pt x="924407" y="476110"/>
                  </a:lnTo>
                  <a:lnTo>
                    <a:pt x="937869" y="475729"/>
                  </a:lnTo>
                  <a:lnTo>
                    <a:pt x="953236" y="474840"/>
                  </a:lnTo>
                  <a:lnTo>
                    <a:pt x="970635" y="473316"/>
                  </a:lnTo>
                  <a:lnTo>
                    <a:pt x="989812" y="471157"/>
                  </a:lnTo>
                  <a:lnTo>
                    <a:pt x="989812" y="411594"/>
                  </a:lnTo>
                  <a:lnTo>
                    <a:pt x="981176" y="412483"/>
                  </a:lnTo>
                  <a:lnTo>
                    <a:pt x="963396" y="413499"/>
                  </a:lnTo>
                  <a:lnTo>
                    <a:pt x="954379" y="413626"/>
                  </a:lnTo>
                  <a:lnTo>
                    <a:pt x="943584" y="413118"/>
                  </a:lnTo>
                  <a:lnTo>
                    <a:pt x="917422" y="389750"/>
                  </a:lnTo>
                  <a:lnTo>
                    <a:pt x="917041" y="381749"/>
                  </a:lnTo>
                  <a:lnTo>
                    <a:pt x="917041" y="171831"/>
                  </a:lnTo>
                  <a:lnTo>
                    <a:pt x="989812" y="171831"/>
                  </a:lnTo>
                  <a:lnTo>
                    <a:pt x="989812" y="110109"/>
                  </a:lnTo>
                  <a:close/>
                </a:path>
              </a:pathLst>
            </a:custGeom>
            <a:solidFill>
              <a:srgbClr val="9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19272" y="5251201"/>
              <a:ext cx="1610360" cy="1243965"/>
            </a:xfrm>
            <a:custGeom>
              <a:avLst/>
              <a:gdLst/>
              <a:ahLst/>
              <a:cxnLst/>
              <a:rect l="l" t="t" r="r" b="b"/>
              <a:pathLst>
                <a:path w="1610360" h="1243964">
                  <a:moveTo>
                    <a:pt x="179692" y="714095"/>
                  </a:moveTo>
                  <a:lnTo>
                    <a:pt x="177914" y="714095"/>
                  </a:lnTo>
                  <a:lnTo>
                    <a:pt x="170548" y="713333"/>
                  </a:lnTo>
                  <a:lnTo>
                    <a:pt x="160896" y="713333"/>
                  </a:lnTo>
                  <a:lnTo>
                    <a:pt x="124320" y="719302"/>
                  </a:lnTo>
                  <a:lnTo>
                    <a:pt x="89916" y="737209"/>
                  </a:lnTo>
                  <a:lnTo>
                    <a:pt x="62103" y="764514"/>
                  </a:lnTo>
                  <a:lnTo>
                    <a:pt x="45339" y="798550"/>
                  </a:lnTo>
                  <a:lnTo>
                    <a:pt x="44069" y="798550"/>
                  </a:lnTo>
                  <a:lnTo>
                    <a:pt x="44069" y="720953"/>
                  </a:lnTo>
                  <a:lnTo>
                    <a:pt x="0" y="720953"/>
                  </a:lnTo>
                  <a:lnTo>
                    <a:pt x="0" y="1079207"/>
                  </a:lnTo>
                  <a:lnTo>
                    <a:pt x="44069" y="1079207"/>
                  </a:lnTo>
                  <a:lnTo>
                    <a:pt x="44069" y="887958"/>
                  </a:lnTo>
                  <a:lnTo>
                    <a:pt x="45974" y="864209"/>
                  </a:lnTo>
                  <a:lnTo>
                    <a:pt x="61087" y="821283"/>
                  </a:lnTo>
                  <a:lnTo>
                    <a:pt x="92329" y="783564"/>
                  </a:lnTo>
                  <a:lnTo>
                    <a:pt x="137401" y="762355"/>
                  </a:lnTo>
                  <a:lnTo>
                    <a:pt x="164325" y="759815"/>
                  </a:lnTo>
                  <a:lnTo>
                    <a:pt x="179692" y="759815"/>
                  </a:lnTo>
                  <a:lnTo>
                    <a:pt x="179692" y="714095"/>
                  </a:lnTo>
                  <a:close/>
                </a:path>
                <a:path w="1610360" h="1243964">
                  <a:moveTo>
                    <a:pt x="275209" y="720991"/>
                  </a:moveTo>
                  <a:lnTo>
                    <a:pt x="231127" y="720991"/>
                  </a:lnTo>
                  <a:lnTo>
                    <a:pt x="231127" y="1079207"/>
                  </a:lnTo>
                  <a:lnTo>
                    <a:pt x="275209" y="1079207"/>
                  </a:lnTo>
                  <a:lnTo>
                    <a:pt x="275209" y="720991"/>
                  </a:lnTo>
                  <a:close/>
                </a:path>
                <a:path w="1610360" h="1243964">
                  <a:moveTo>
                    <a:pt x="661644" y="835380"/>
                  </a:moveTo>
                  <a:lnTo>
                    <a:pt x="653897" y="784199"/>
                  </a:lnTo>
                  <a:lnTo>
                    <a:pt x="630783" y="745972"/>
                  </a:lnTo>
                  <a:lnTo>
                    <a:pt x="590791" y="721461"/>
                  </a:lnTo>
                  <a:lnTo>
                    <a:pt x="536435" y="713333"/>
                  </a:lnTo>
                  <a:lnTo>
                    <a:pt x="493636" y="717905"/>
                  </a:lnTo>
                  <a:lnTo>
                    <a:pt x="459219" y="731621"/>
                  </a:lnTo>
                  <a:lnTo>
                    <a:pt x="433057" y="754354"/>
                  </a:lnTo>
                  <a:lnTo>
                    <a:pt x="415277" y="786104"/>
                  </a:lnTo>
                  <a:lnTo>
                    <a:pt x="413880" y="786104"/>
                  </a:lnTo>
                  <a:lnTo>
                    <a:pt x="413880" y="720953"/>
                  </a:lnTo>
                  <a:lnTo>
                    <a:pt x="369938" y="720953"/>
                  </a:lnTo>
                  <a:lnTo>
                    <a:pt x="369938" y="1079207"/>
                  </a:lnTo>
                  <a:lnTo>
                    <a:pt x="413880" y="1079207"/>
                  </a:lnTo>
                  <a:lnTo>
                    <a:pt x="413880" y="869924"/>
                  </a:lnTo>
                  <a:lnTo>
                    <a:pt x="415912" y="845540"/>
                  </a:lnTo>
                  <a:lnTo>
                    <a:pt x="432041" y="803249"/>
                  </a:lnTo>
                  <a:lnTo>
                    <a:pt x="463410" y="770864"/>
                  </a:lnTo>
                  <a:lnTo>
                    <a:pt x="505066" y="754227"/>
                  </a:lnTo>
                  <a:lnTo>
                    <a:pt x="529323" y="752195"/>
                  </a:lnTo>
                  <a:lnTo>
                    <a:pt x="567931" y="758037"/>
                  </a:lnTo>
                  <a:lnTo>
                    <a:pt x="595490" y="775563"/>
                  </a:lnTo>
                  <a:lnTo>
                    <a:pt x="611987" y="804773"/>
                  </a:lnTo>
                  <a:lnTo>
                    <a:pt x="617575" y="845667"/>
                  </a:lnTo>
                  <a:lnTo>
                    <a:pt x="617575" y="1079207"/>
                  </a:lnTo>
                  <a:lnTo>
                    <a:pt x="661644" y="1079207"/>
                  </a:lnTo>
                  <a:lnTo>
                    <a:pt x="661644" y="835380"/>
                  </a:lnTo>
                  <a:close/>
                </a:path>
                <a:path w="1610360" h="1243964">
                  <a:moveTo>
                    <a:pt x="904722" y="720953"/>
                  </a:moveTo>
                  <a:lnTo>
                    <a:pt x="826363" y="720953"/>
                  </a:lnTo>
                  <a:lnTo>
                    <a:pt x="826363" y="610082"/>
                  </a:lnTo>
                  <a:lnTo>
                    <a:pt x="782294" y="610082"/>
                  </a:lnTo>
                  <a:lnTo>
                    <a:pt x="782294" y="720953"/>
                  </a:lnTo>
                  <a:lnTo>
                    <a:pt x="717270" y="720953"/>
                  </a:lnTo>
                  <a:lnTo>
                    <a:pt x="717270" y="760450"/>
                  </a:lnTo>
                  <a:lnTo>
                    <a:pt x="782294" y="760450"/>
                  </a:lnTo>
                  <a:lnTo>
                    <a:pt x="782294" y="1010005"/>
                  </a:lnTo>
                  <a:lnTo>
                    <a:pt x="783310" y="1027899"/>
                  </a:lnTo>
                  <a:lnTo>
                    <a:pt x="799058" y="1065110"/>
                  </a:lnTo>
                  <a:lnTo>
                    <a:pt x="836523" y="1080350"/>
                  </a:lnTo>
                  <a:lnTo>
                    <a:pt x="854430" y="1081366"/>
                  </a:lnTo>
                  <a:lnTo>
                    <a:pt x="864336" y="1081112"/>
                  </a:lnTo>
                  <a:lnTo>
                    <a:pt x="876020" y="1080350"/>
                  </a:lnTo>
                  <a:lnTo>
                    <a:pt x="904722" y="1077175"/>
                  </a:lnTo>
                  <a:lnTo>
                    <a:pt x="904722" y="1039710"/>
                  </a:lnTo>
                  <a:lnTo>
                    <a:pt x="885799" y="1041361"/>
                  </a:lnTo>
                  <a:lnTo>
                    <a:pt x="868273" y="1041869"/>
                  </a:lnTo>
                  <a:lnTo>
                    <a:pt x="856208" y="1041361"/>
                  </a:lnTo>
                  <a:lnTo>
                    <a:pt x="828268" y="1021943"/>
                  </a:lnTo>
                  <a:lnTo>
                    <a:pt x="826363" y="1003782"/>
                  </a:lnTo>
                  <a:lnTo>
                    <a:pt x="826363" y="760450"/>
                  </a:lnTo>
                  <a:lnTo>
                    <a:pt x="904722" y="760450"/>
                  </a:lnTo>
                  <a:lnTo>
                    <a:pt x="904722" y="720953"/>
                  </a:lnTo>
                  <a:close/>
                </a:path>
                <a:path w="1610360" h="1243964">
                  <a:moveTo>
                    <a:pt x="1547964" y="129019"/>
                  </a:moveTo>
                  <a:lnTo>
                    <a:pt x="1546059" y="90665"/>
                  </a:lnTo>
                  <a:lnTo>
                    <a:pt x="1529041" y="47739"/>
                  </a:lnTo>
                  <a:lnTo>
                    <a:pt x="1497672" y="13716"/>
                  </a:lnTo>
                  <a:lnTo>
                    <a:pt x="1459572" y="0"/>
                  </a:lnTo>
                  <a:lnTo>
                    <a:pt x="1424774" y="6858"/>
                  </a:lnTo>
                  <a:lnTo>
                    <a:pt x="1395310" y="28943"/>
                  </a:lnTo>
                  <a:lnTo>
                    <a:pt x="1373593" y="60820"/>
                  </a:lnTo>
                  <a:lnTo>
                    <a:pt x="1361655" y="97015"/>
                  </a:lnTo>
                  <a:lnTo>
                    <a:pt x="1359623" y="148069"/>
                  </a:lnTo>
                  <a:lnTo>
                    <a:pt x="1357083" y="173215"/>
                  </a:lnTo>
                  <a:lnTo>
                    <a:pt x="1347558" y="196964"/>
                  </a:lnTo>
                  <a:lnTo>
                    <a:pt x="1329270" y="219570"/>
                  </a:lnTo>
                  <a:lnTo>
                    <a:pt x="1285709" y="261226"/>
                  </a:lnTo>
                  <a:lnTo>
                    <a:pt x="1267294" y="285102"/>
                  </a:lnTo>
                  <a:lnTo>
                    <a:pt x="1248752" y="326758"/>
                  </a:lnTo>
                  <a:lnTo>
                    <a:pt x="1243037" y="365493"/>
                  </a:lnTo>
                  <a:lnTo>
                    <a:pt x="1245958" y="403085"/>
                  </a:lnTo>
                  <a:lnTo>
                    <a:pt x="1261579" y="480428"/>
                  </a:lnTo>
                  <a:lnTo>
                    <a:pt x="1266278" y="523354"/>
                  </a:lnTo>
                  <a:lnTo>
                    <a:pt x="1260436" y="564235"/>
                  </a:lnTo>
                  <a:lnTo>
                    <a:pt x="1243291" y="599033"/>
                  </a:lnTo>
                  <a:lnTo>
                    <a:pt x="1220431" y="631418"/>
                  </a:lnTo>
                  <a:lnTo>
                    <a:pt x="1197571" y="665708"/>
                  </a:lnTo>
                  <a:lnTo>
                    <a:pt x="1183728" y="693775"/>
                  </a:lnTo>
                  <a:lnTo>
                    <a:pt x="1174076" y="722604"/>
                  </a:lnTo>
                  <a:lnTo>
                    <a:pt x="1167345" y="752322"/>
                  </a:lnTo>
                  <a:lnTo>
                    <a:pt x="1162519" y="783183"/>
                  </a:lnTo>
                  <a:lnTo>
                    <a:pt x="1155026" y="821664"/>
                  </a:lnTo>
                  <a:lnTo>
                    <a:pt x="1143596" y="858875"/>
                  </a:lnTo>
                  <a:lnTo>
                    <a:pt x="1128483" y="894943"/>
                  </a:lnTo>
                  <a:lnTo>
                    <a:pt x="1110449" y="929868"/>
                  </a:lnTo>
                  <a:lnTo>
                    <a:pt x="1089761" y="963904"/>
                  </a:lnTo>
                  <a:lnTo>
                    <a:pt x="1066901" y="996924"/>
                  </a:lnTo>
                  <a:lnTo>
                    <a:pt x="1042390" y="1029296"/>
                  </a:lnTo>
                  <a:lnTo>
                    <a:pt x="1016609" y="1060919"/>
                  </a:lnTo>
                  <a:lnTo>
                    <a:pt x="990066" y="1091907"/>
                  </a:lnTo>
                  <a:lnTo>
                    <a:pt x="910564" y="1182458"/>
                  </a:lnTo>
                  <a:lnTo>
                    <a:pt x="885672" y="1212176"/>
                  </a:lnTo>
                  <a:lnTo>
                    <a:pt x="885672" y="1220304"/>
                  </a:lnTo>
                  <a:lnTo>
                    <a:pt x="891514" y="1231226"/>
                  </a:lnTo>
                  <a:lnTo>
                    <a:pt x="898880" y="1240370"/>
                  </a:lnTo>
                  <a:lnTo>
                    <a:pt x="903071" y="1243545"/>
                  </a:lnTo>
                  <a:lnTo>
                    <a:pt x="928598" y="1213065"/>
                  </a:lnTo>
                  <a:lnTo>
                    <a:pt x="954887" y="1182585"/>
                  </a:lnTo>
                  <a:lnTo>
                    <a:pt x="1007973" y="1121625"/>
                  </a:lnTo>
                  <a:lnTo>
                    <a:pt x="1034262" y="1090764"/>
                  </a:lnTo>
                  <a:lnTo>
                    <a:pt x="1060043" y="1059649"/>
                  </a:lnTo>
                  <a:lnTo>
                    <a:pt x="1084808" y="1027899"/>
                  </a:lnTo>
                  <a:lnTo>
                    <a:pt x="1108417" y="995654"/>
                  </a:lnTo>
                  <a:lnTo>
                    <a:pt x="1130515" y="962761"/>
                  </a:lnTo>
                  <a:lnTo>
                    <a:pt x="1151343" y="921994"/>
                  </a:lnTo>
                  <a:lnTo>
                    <a:pt x="1164551" y="880973"/>
                  </a:lnTo>
                  <a:lnTo>
                    <a:pt x="1173314" y="839190"/>
                  </a:lnTo>
                  <a:lnTo>
                    <a:pt x="1181188" y="796645"/>
                  </a:lnTo>
                  <a:lnTo>
                    <a:pt x="1191475" y="752957"/>
                  </a:lnTo>
                  <a:lnTo>
                    <a:pt x="1207858" y="714984"/>
                  </a:lnTo>
                  <a:lnTo>
                    <a:pt x="1230591" y="679678"/>
                  </a:lnTo>
                  <a:lnTo>
                    <a:pt x="1254594" y="645261"/>
                  </a:lnTo>
                  <a:lnTo>
                    <a:pt x="1274533" y="609447"/>
                  </a:lnTo>
                  <a:lnTo>
                    <a:pt x="1285328" y="570077"/>
                  </a:lnTo>
                  <a:lnTo>
                    <a:pt x="1284947" y="532866"/>
                  </a:lnTo>
                  <a:lnTo>
                    <a:pt x="1278343" y="496684"/>
                  </a:lnTo>
                  <a:lnTo>
                    <a:pt x="1269453" y="460997"/>
                  </a:lnTo>
                  <a:lnTo>
                    <a:pt x="1262341" y="425056"/>
                  </a:lnTo>
                  <a:lnTo>
                    <a:pt x="1268437" y="350761"/>
                  </a:lnTo>
                  <a:lnTo>
                    <a:pt x="1290662" y="311518"/>
                  </a:lnTo>
                  <a:lnTo>
                    <a:pt x="1320253" y="279260"/>
                  </a:lnTo>
                  <a:lnTo>
                    <a:pt x="1349971" y="248018"/>
                  </a:lnTo>
                  <a:lnTo>
                    <a:pt x="1372577" y="212331"/>
                  </a:lnTo>
                  <a:lnTo>
                    <a:pt x="1380451" y="183502"/>
                  </a:lnTo>
                  <a:lnTo>
                    <a:pt x="1384134" y="151879"/>
                  </a:lnTo>
                  <a:lnTo>
                    <a:pt x="1387182" y="120002"/>
                  </a:lnTo>
                  <a:lnTo>
                    <a:pt x="1393024" y="90030"/>
                  </a:lnTo>
                  <a:lnTo>
                    <a:pt x="1404962" y="64249"/>
                  </a:lnTo>
                  <a:lnTo>
                    <a:pt x="1426679" y="45199"/>
                  </a:lnTo>
                  <a:lnTo>
                    <a:pt x="1461604" y="34912"/>
                  </a:lnTo>
                  <a:lnTo>
                    <a:pt x="1499831" y="41897"/>
                  </a:lnTo>
                  <a:lnTo>
                    <a:pt x="1521167" y="67932"/>
                  </a:lnTo>
                  <a:lnTo>
                    <a:pt x="1525612" y="103619"/>
                  </a:lnTo>
                  <a:lnTo>
                    <a:pt x="1512785" y="139814"/>
                  </a:lnTo>
                  <a:lnTo>
                    <a:pt x="1497672" y="157848"/>
                  </a:lnTo>
                  <a:lnTo>
                    <a:pt x="1480527" y="170167"/>
                  </a:lnTo>
                  <a:lnTo>
                    <a:pt x="1461477" y="180073"/>
                  </a:lnTo>
                  <a:lnTo>
                    <a:pt x="1440395" y="190487"/>
                  </a:lnTo>
                  <a:lnTo>
                    <a:pt x="1439887" y="196964"/>
                  </a:lnTo>
                  <a:lnTo>
                    <a:pt x="1444840" y="208394"/>
                  </a:lnTo>
                  <a:lnTo>
                    <a:pt x="1451825" y="218681"/>
                  </a:lnTo>
                  <a:lnTo>
                    <a:pt x="1457794" y="221856"/>
                  </a:lnTo>
                  <a:lnTo>
                    <a:pt x="1489671" y="203822"/>
                  </a:lnTo>
                  <a:lnTo>
                    <a:pt x="1516976" y="183629"/>
                  </a:lnTo>
                  <a:lnTo>
                    <a:pt x="1537423" y="159372"/>
                  </a:lnTo>
                  <a:lnTo>
                    <a:pt x="1547964" y="129019"/>
                  </a:lnTo>
                  <a:close/>
                </a:path>
                <a:path w="1610360" h="1243964">
                  <a:moveTo>
                    <a:pt x="1578317" y="404609"/>
                  </a:moveTo>
                  <a:lnTo>
                    <a:pt x="1572856" y="393052"/>
                  </a:lnTo>
                  <a:lnTo>
                    <a:pt x="1564601" y="384670"/>
                  </a:lnTo>
                  <a:lnTo>
                    <a:pt x="1559775" y="385051"/>
                  </a:lnTo>
                  <a:lnTo>
                    <a:pt x="1558505" y="383654"/>
                  </a:lnTo>
                  <a:lnTo>
                    <a:pt x="1514563" y="428231"/>
                  </a:lnTo>
                  <a:lnTo>
                    <a:pt x="1483956" y="456806"/>
                  </a:lnTo>
                  <a:lnTo>
                    <a:pt x="1450555" y="484873"/>
                  </a:lnTo>
                  <a:lnTo>
                    <a:pt x="1384007" y="525881"/>
                  </a:lnTo>
                  <a:lnTo>
                    <a:pt x="1367370" y="520560"/>
                  </a:lnTo>
                  <a:lnTo>
                    <a:pt x="1363052" y="502907"/>
                  </a:lnTo>
                  <a:lnTo>
                    <a:pt x="1364195" y="480047"/>
                  </a:lnTo>
                  <a:lnTo>
                    <a:pt x="1371053" y="437629"/>
                  </a:lnTo>
                  <a:lnTo>
                    <a:pt x="1373974" y="409562"/>
                  </a:lnTo>
                  <a:lnTo>
                    <a:pt x="1376006" y="381495"/>
                  </a:lnTo>
                  <a:lnTo>
                    <a:pt x="1378546" y="325107"/>
                  </a:lnTo>
                  <a:lnTo>
                    <a:pt x="1375371" y="315455"/>
                  </a:lnTo>
                  <a:lnTo>
                    <a:pt x="1367878" y="304914"/>
                  </a:lnTo>
                  <a:lnTo>
                    <a:pt x="1360258" y="298564"/>
                  </a:lnTo>
                  <a:lnTo>
                    <a:pt x="1358988" y="299580"/>
                  </a:lnTo>
                  <a:lnTo>
                    <a:pt x="1358480" y="298691"/>
                  </a:lnTo>
                  <a:lnTo>
                    <a:pt x="1358353" y="300215"/>
                  </a:lnTo>
                  <a:lnTo>
                    <a:pt x="1356575" y="301739"/>
                  </a:lnTo>
                  <a:lnTo>
                    <a:pt x="1354543" y="339331"/>
                  </a:lnTo>
                  <a:lnTo>
                    <a:pt x="1351495" y="376796"/>
                  </a:lnTo>
                  <a:lnTo>
                    <a:pt x="1345018" y="451472"/>
                  </a:lnTo>
                  <a:lnTo>
                    <a:pt x="1343748" y="474840"/>
                  </a:lnTo>
                  <a:lnTo>
                    <a:pt x="1344510" y="499097"/>
                  </a:lnTo>
                  <a:lnTo>
                    <a:pt x="1349209" y="522465"/>
                  </a:lnTo>
                  <a:lnTo>
                    <a:pt x="1359877" y="543407"/>
                  </a:lnTo>
                  <a:lnTo>
                    <a:pt x="1379308" y="558393"/>
                  </a:lnTo>
                  <a:lnTo>
                    <a:pt x="1390484" y="558266"/>
                  </a:lnTo>
                  <a:lnTo>
                    <a:pt x="1393024" y="559028"/>
                  </a:lnTo>
                  <a:lnTo>
                    <a:pt x="1395564" y="558266"/>
                  </a:lnTo>
                  <a:lnTo>
                    <a:pt x="1400644" y="558266"/>
                  </a:lnTo>
                  <a:lnTo>
                    <a:pt x="1408899" y="554583"/>
                  </a:lnTo>
                  <a:lnTo>
                    <a:pt x="1411947" y="553694"/>
                  </a:lnTo>
                  <a:lnTo>
                    <a:pt x="1416011" y="551408"/>
                  </a:lnTo>
                  <a:lnTo>
                    <a:pt x="1422488" y="548487"/>
                  </a:lnTo>
                  <a:lnTo>
                    <a:pt x="1430743" y="543026"/>
                  </a:lnTo>
                  <a:lnTo>
                    <a:pt x="1433664" y="541375"/>
                  </a:lnTo>
                  <a:lnTo>
                    <a:pt x="1464779" y="519671"/>
                  </a:lnTo>
                  <a:lnTo>
                    <a:pt x="1494624" y="495668"/>
                  </a:lnTo>
                  <a:lnTo>
                    <a:pt x="1523072" y="469760"/>
                  </a:lnTo>
                  <a:lnTo>
                    <a:pt x="1550250" y="442709"/>
                  </a:lnTo>
                  <a:lnTo>
                    <a:pt x="1577428" y="413499"/>
                  </a:lnTo>
                  <a:lnTo>
                    <a:pt x="1578317" y="404609"/>
                  </a:lnTo>
                  <a:close/>
                </a:path>
                <a:path w="1610360" h="1243964">
                  <a:moveTo>
                    <a:pt x="1610182" y="883640"/>
                  </a:moveTo>
                  <a:lnTo>
                    <a:pt x="1598002" y="847318"/>
                  </a:lnTo>
                  <a:lnTo>
                    <a:pt x="1563585" y="800455"/>
                  </a:lnTo>
                  <a:lnTo>
                    <a:pt x="1535264" y="771118"/>
                  </a:lnTo>
                  <a:lnTo>
                    <a:pt x="1504911" y="743178"/>
                  </a:lnTo>
                  <a:lnTo>
                    <a:pt x="1443189" y="688695"/>
                  </a:lnTo>
                  <a:lnTo>
                    <a:pt x="1414487" y="660755"/>
                  </a:lnTo>
                  <a:lnTo>
                    <a:pt x="1409915" y="658977"/>
                  </a:lnTo>
                  <a:lnTo>
                    <a:pt x="1411312" y="667232"/>
                  </a:lnTo>
                  <a:lnTo>
                    <a:pt x="1415757" y="678662"/>
                  </a:lnTo>
                  <a:lnTo>
                    <a:pt x="1420456" y="686536"/>
                  </a:lnTo>
                  <a:lnTo>
                    <a:pt x="1453730" y="719048"/>
                  </a:lnTo>
                  <a:lnTo>
                    <a:pt x="1488401" y="750544"/>
                  </a:lnTo>
                  <a:lnTo>
                    <a:pt x="1522818" y="782294"/>
                  </a:lnTo>
                  <a:lnTo>
                    <a:pt x="1555076" y="815695"/>
                  </a:lnTo>
                  <a:lnTo>
                    <a:pt x="1579333" y="851382"/>
                  </a:lnTo>
                  <a:lnTo>
                    <a:pt x="1582635" y="879957"/>
                  </a:lnTo>
                  <a:lnTo>
                    <a:pt x="1565998" y="901801"/>
                  </a:lnTo>
                  <a:lnTo>
                    <a:pt x="1530184" y="917295"/>
                  </a:lnTo>
                  <a:lnTo>
                    <a:pt x="1489290" y="926439"/>
                  </a:lnTo>
                  <a:lnTo>
                    <a:pt x="1446745" y="932535"/>
                  </a:lnTo>
                  <a:lnTo>
                    <a:pt x="1403184" y="936218"/>
                  </a:lnTo>
                  <a:lnTo>
                    <a:pt x="1359242" y="938631"/>
                  </a:lnTo>
                  <a:lnTo>
                    <a:pt x="1315427" y="940663"/>
                  </a:lnTo>
                  <a:lnTo>
                    <a:pt x="1272247" y="943203"/>
                  </a:lnTo>
                  <a:lnTo>
                    <a:pt x="1230464" y="947013"/>
                  </a:lnTo>
                  <a:lnTo>
                    <a:pt x="1230210" y="952347"/>
                  </a:lnTo>
                  <a:lnTo>
                    <a:pt x="1234020" y="963396"/>
                  </a:lnTo>
                  <a:lnTo>
                    <a:pt x="1240497" y="974064"/>
                  </a:lnTo>
                  <a:lnTo>
                    <a:pt x="1247990" y="978382"/>
                  </a:lnTo>
                  <a:lnTo>
                    <a:pt x="1289519" y="973937"/>
                  </a:lnTo>
                  <a:lnTo>
                    <a:pt x="1331048" y="970000"/>
                  </a:lnTo>
                  <a:lnTo>
                    <a:pt x="1455508" y="959967"/>
                  </a:lnTo>
                  <a:lnTo>
                    <a:pt x="1497164" y="956411"/>
                  </a:lnTo>
                  <a:lnTo>
                    <a:pt x="1562569" y="944600"/>
                  </a:lnTo>
                  <a:lnTo>
                    <a:pt x="1608658" y="902055"/>
                  </a:lnTo>
                  <a:lnTo>
                    <a:pt x="1610182" y="8836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10422" y="5438818"/>
              <a:ext cx="756285" cy="504825"/>
            </a:xfrm>
            <a:custGeom>
              <a:avLst/>
              <a:gdLst/>
              <a:ahLst/>
              <a:cxnLst/>
              <a:rect l="l" t="t" r="r" b="b"/>
              <a:pathLst>
                <a:path w="756285" h="504825">
                  <a:moveTo>
                    <a:pt x="216154" y="133680"/>
                  </a:moveTo>
                  <a:lnTo>
                    <a:pt x="143510" y="133680"/>
                  </a:lnTo>
                  <a:lnTo>
                    <a:pt x="143510" y="23571"/>
                  </a:lnTo>
                  <a:lnTo>
                    <a:pt x="63754" y="23571"/>
                  </a:lnTo>
                  <a:lnTo>
                    <a:pt x="63754" y="133680"/>
                  </a:lnTo>
                  <a:lnTo>
                    <a:pt x="0" y="133680"/>
                  </a:lnTo>
                  <a:lnTo>
                    <a:pt x="0" y="195402"/>
                  </a:lnTo>
                  <a:lnTo>
                    <a:pt x="63754" y="195402"/>
                  </a:lnTo>
                  <a:lnTo>
                    <a:pt x="63754" y="417893"/>
                  </a:lnTo>
                  <a:lnTo>
                    <a:pt x="65024" y="439229"/>
                  </a:lnTo>
                  <a:lnTo>
                    <a:pt x="75057" y="471360"/>
                  </a:lnTo>
                  <a:lnTo>
                    <a:pt x="110744" y="495236"/>
                  </a:lnTo>
                  <a:lnTo>
                    <a:pt x="150749" y="499681"/>
                  </a:lnTo>
                  <a:lnTo>
                    <a:pt x="164211" y="499300"/>
                  </a:lnTo>
                  <a:lnTo>
                    <a:pt x="179705" y="498411"/>
                  </a:lnTo>
                  <a:lnTo>
                    <a:pt x="196977" y="496887"/>
                  </a:lnTo>
                  <a:lnTo>
                    <a:pt x="216154" y="494728"/>
                  </a:lnTo>
                  <a:lnTo>
                    <a:pt x="216154" y="435165"/>
                  </a:lnTo>
                  <a:lnTo>
                    <a:pt x="207518" y="436054"/>
                  </a:lnTo>
                  <a:lnTo>
                    <a:pt x="198755" y="436689"/>
                  </a:lnTo>
                  <a:lnTo>
                    <a:pt x="180975" y="437197"/>
                  </a:lnTo>
                  <a:lnTo>
                    <a:pt x="170053" y="436689"/>
                  </a:lnTo>
                  <a:lnTo>
                    <a:pt x="143891" y="413321"/>
                  </a:lnTo>
                  <a:lnTo>
                    <a:pt x="143510" y="405320"/>
                  </a:lnTo>
                  <a:lnTo>
                    <a:pt x="143510" y="195402"/>
                  </a:lnTo>
                  <a:lnTo>
                    <a:pt x="216154" y="195402"/>
                  </a:lnTo>
                  <a:lnTo>
                    <a:pt x="216154" y="133680"/>
                  </a:lnTo>
                  <a:close/>
                </a:path>
                <a:path w="756285" h="504825">
                  <a:moveTo>
                    <a:pt x="617715" y="496887"/>
                  </a:moveTo>
                  <a:lnTo>
                    <a:pt x="616407" y="462216"/>
                  </a:lnTo>
                  <a:lnTo>
                    <a:pt x="616318" y="459930"/>
                  </a:lnTo>
                  <a:lnTo>
                    <a:pt x="616191" y="458025"/>
                  </a:lnTo>
                  <a:lnTo>
                    <a:pt x="601459" y="458025"/>
                  </a:lnTo>
                  <a:lnTo>
                    <a:pt x="594474" y="455485"/>
                  </a:lnTo>
                  <a:lnTo>
                    <a:pt x="592696" y="453199"/>
                  </a:lnTo>
                  <a:lnTo>
                    <a:pt x="589521" y="449008"/>
                  </a:lnTo>
                  <a:lnTo>
                    <a:pt x="588264" y="444817"/>
                  </a:lnTo>
                  <a:lnTo>
                    <a:pt x="586473" y="438848"/>
                  </a:lnTo>
                  <a:lnTo>
                    <a:pt x="586346" y="437324"/>
                  </a:lnTo>
                  <a:lnTo>
                    <a:pt x="585457" y="424751"/>
                  </a:lnTo>
                  <a:lnTo>
                    <a:pt x="585457" y="234899"/>
                  </a:lnTo>
                  <a:lnTo>
                    <a:pt x="583298" y="207594"/>
                  </a:lnTo>
                  <a:lnTo>
                    <a:pt x="565518" y="165303"/>
                  </a:lnTo>
                  <a:lnTo>
                    <a:pt x="529831" y="139141"/>
                  </a:lnTo>
                  <a:lnTo>
                    <a:pt x="473697" y="126314"/>
                  </a:lnTo>
                  <a:lnTo>
                    <a:pt x="437756" y="124663"/>
                  </a:lnTo>
                  <a:lnTo>
                    <a:pt x="387477" y="128092"/>
                  </a:lnTo>
                  <a:lnTo>
                    <a:pt x="346075" y="138252"/>
                  </a:lnTo>
                  <a:lnTo>
                    <a:pt x="290195" y="178892"/>
                  </a:lnTo>
                  <a:lnTo>
                    <a:pt x="270002" y="246710"/>
                  </a:lnTo>
                  <a:lnTo>
                    <a:pt x="348234" y="246710"/>
                  </a:lnTo>
                  <a:lnTo>
                    <a:pt x="354076" y="219151"/>
                  </a:lnTo>
                  <a:lnTo>
                    <a:pt x="370078" y="199339"/>
                  </a:lnTo>
                  <a:lnTo>
                    <a:pt x="396367" y="187528"/>
                  </a:lnTo>
                  <a:lnTo>
                    <a:pt x="432803" y="183591"/>
                  </a:lnTo>
                  <a:lnTo>
                    <a:pt x="465315" y="186639"/>
                  </a:lnTo>
                  <a:lnTo>
                    <a:pt x="488556" y="195656"/>
                  </a:lnTo>
                  <a:lnTo>
                    <a:pt x="502399" y="210769"/>
                  </a:lnTo>
                  <a:lnTo>
                    <a:pt x="507098" y="231851"/>
                  </a:lnTo>
                  <a:lnTo>
                    <a:pt x="507098" y="311861"/>
                  </a:lnTo>
                  <a:lnTo>
                    <a:pt x="507098" y="361886"/>
                  </a:lnTo>
                  <a:lnTo>
                    <a:pt x="499732" y="396684"/>
                  </a:lnTo>
                  <a:lnTo>
                    <a:pt x="477761" y="422973"/>
                  </a:lnTo>
                  <a:lnTo>
                    <a:pt x="444487" y="439356"/>
                  </a:lnTo>
                  <a:lnTo>
                    <a:pt x="403466" y="444817"/>
                  </a:lnTo>
                  <a:lnTo>
                    <a:pt x="374777" y="441642"/>
                  </a:lnTo>
                  <a:lnTo>
                    <a:pt x="354203" y="431863"/>
                  </a:lnTo>
                  <a:lnTo>
                    <a:pt x="341884" y="415607"/>
                  </a:lnTo>
                  <a:lnTo>
                    <a:pt x="337820" y="392874"/>
                  </a:lnTo>
                  <a:lnTo>
                    <a:pt x="341503" y="371919"/>
                  </a:lnTo>
                  <a:lnTo>
                    <a:pt x="352679" y="355536"/>
                  </a:lnTo>
                  <a:lnTo>
                    <a:pt x="371221" y="343471"/>
                  </a:lnTo>
                  <a:lnTo>
                    <a:pt x="397256" y="335864"/>
                  </a:lnTo>
                  <a:lnTo>
                    <a:pt x="455282" y="327609"/>
                  </a:lnTo>
                  <a:lnTo>
                    <a:pt x="473697" y="324307"/>
                  </a:lnTo>
                  <a:lnTo>
                    <a:pt x="488556" y="320624"/>
                  </a:lnTo>
                  <a:lnTo>
                    <a:pt x="499605" y="316433"/>
                  </a:lnTo>
                  <a:lnTo>
                    <a:pt x="507098" y="311861"/>
                  </a:lnTo>
                  <a:lnTo>
                    <a:pt x="507098" y="231851"/>
                  </a:lnTo>
                  <a:lnTo>
                    <a:pt x="506463" y="242265"/>
                  </a:lnTo>
                  <a:lnTo>
                    <a:pt x="504685" y="251028"/>
                  </a:lnTo>
                  <a:lnTo>
                    <a:pt x="473062" y="275285"/>
                  </a:lnTo>
                  <a:lnTo>
                    <a:pt x="371348" y="289890"/>
                  </a:lnTo>
                  <a:lnTo>
                    <a:pt x="329057" y="300050"/>
                  </a:lnTo>
                  <a:lnTo>
                    <a:pt x="296164" y="316052"/>
                  </a:lnTo>
                  <a:lnTo>
                    <a:pt x="272669" y="338010"/>
                  </a:lnTo>
                  <a:lnTo>
                    <a:pt x="258445" y="365823"/>
                  </a:lnTo>
                  <a:lnTo>
                    <a:pt x="253746" y="399605"/>
                  </a:lnTo>
                  <a:lnTo>
                    <a:pt x="258826" y="437324"/>
                  </a:lnTo>
                  <a:lnTo>
                    <a:pt x="273939" y="466661"/>
                  </a:lnTo>
                  <a:lnTo>
                    <a:pt x="299212" y="487743"/>
                  </a:lnTo>
                  <a:lnTo>
                    <a:pt x="334391" y="500316"/>
                  </a:lnTo>
                  <a:lnTo>
                    <a:pt x="379730" y="504507"/>
                  </a:lnTo>
                  <a:lnTo>
                    <a:pt x="417944" y="501332"/>
                  </a:lnTo>
                  <a:lnTo>
                    <a:pt x="451980" y="491680"/>
                  </a:lnTo>
                  <a:lnTo>
                    <a:pt x="481952" y="475678"/>
                  </a:lnTo>
                  <a:lnTo>
                    <a:pt x="507733" y="453199"/>
                  </a:lnTo>
                  <a:lnTo>
                    <a:pt x="509892" y="453199"/>
                  </a:lnTo>
                  <a:lnTo>
                    <a:pt x="511289" y="462216"/>
                  </a:lnTo>
                  <a:lnTo>
                    <a:pt x="511924" y="470217"/>
                  </a:lnTo>
                  <a:lnTo>
                    <a:pt x="514083" y="477837"/>
                  </a:lnTo>
                  <a:lnTo>
                    <a:pt x="541642" y="503364"/>
                  </a:lnTo>
                  <a:lnTo>
                    <a:pt x="549135" y="504507"/>
                  </a:lnTo>
                  <a:lnTo>
                    <a:pt x="555612" y="504507"/>
                  </a:lnTo>
                  <a:lnTo>
                    <a:pt x="563867" y="503999"/>
                  </a:lnTo>
                  <a:lnTo>
                    <a:pt x="574916" y="502856"/>
                  </a:lnTo>
                  <a:lnTo>
                    <a:pt x="588505" y="501078"/>
                  </a:lnTo>
                  <a:lnTo>
                    <a:pt x="616064" y="497141"/>
                  </a:lnTo>
                  <a:lnTo>
                    <a:pt x="617715" y="496887"/>
                  </a:lnTo>
                  <a:close/>
                </a:path>
                <a:path w="756285" h="504825">
                  <a:moveTo>
                    <a:pt x="756158" y="0"/>
                  </a:moveTo>
                  <a:lnTo>
                    <a:pt x="676389" y="0"/>
                  </a:lnTo>
                  <a:lnTo>
                    <a:pt x="676389" y="496887"/>
                  </a:lnTo>
                  <a:lnTo>
                    <a:pt x="756158" y="496887"/>
                  </a:lnTo>
                  <a:lnTo>
                    <a:pt x="756158" y="0"/>
                  </a:lnTo>
                  <a:close/>
                </a:path>
              </a:pathLst>
            </a:custGeom>
            <a:solidFill>
              <a:srgbClr val="9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40267" y="5964535"/>
              <a:ext cx="705485" cy="499745"/>
            </a:xfrm>
            <a:custGeom>
              <a:avLst/>
              <a:gdLst/>
              <a:ahLst/>
              <a:cxnLst/>
              <a:rect l="l" t="t" r="r" b="b"/>
              <a:pathLst>
                <a:path w="705485" h="499745">
                  <a:moveTo>
                    <a:pt x="297053" y="266827"/>
                  </a:moveTo>
                  <a:lnTo>
                    <a:pt x="286766" y="223139"/>
                  </a:lnTo>
                  <a:lnTo>
                    <a:pt x="255905" y="192024"/>
                  </a:lnTo>
                  <a:lnTo>
                    <a:pt x="219075" y="176276"/>
                  </a:lnTo>
                  <a:lnTo>
                    <a:pt x="162814" y="162179"/>
                  </a:lnTo>
                  <a:lnTo>
                    <a:pt x="135636" y="156464"/>
                  </a:lnTo>
                  <a:lnTo>
                    <a:pt x="113538" y="150876"/>
                  </a:lnTo>
                  <a:lnTo>
                    <a:pt x="71374" y="132080"/>
                  </a:lnTo>
                  <a:lnTo>
                    <a:pt x="54483" y="94361"/>
                  </a:lnTo>
                  <a:lnTo>
                    <a:pt x="60071" y="70104"/>
                  </a:lnTo>
                  <a:lnTo>
                    <a:pt x="77089" y="52705"/>
                  </a:lnTo>
                  <a:lnTo>
                    <a:pt x="105283" y="42291"/>
                  </a:lnTo>
                  <a:lnTo>
                    <a:pt x="144780" y="38862"/>
                  </a:lnTo>
                  <a:lnTo>
                    <a:pt x="185166" y="43434"/>
                  </a:lnTo>
                  <a:lnTo>
                    <a:pt x="213995" y="57150"/>
                  </a:lnTo>
                  <a:lnTo>
                    <a:pt x="231267" y="80137"/>
                  </a:lnTo>
                  <a:lnTo>
                    <a:pt x="237109" y="112268"/>
                  </a:lnTo>
                  <a:lnTo>
                    <a:pt x="281813" y="112268"/>
                  </a:lnTo>
                  <a:lnTo>
                    <a:pt x="273812" y="66040"/>
                  </a:lnTo>
                  <a:lnTo>
                    <a:pt x="249555" y="31242"/>
                  </a:lnTo>
                  <a:lnTo>
                    <a:pt x="206502" y="7874"/>
                  </a:lnTo>
                  <a:lnTo>
                    <a:pt x="146812" y="0"/>
                  </a:lnTo>
                  <a:lnTo>
                    <a:pt x="115570" y="1651"/>
                  </a:lnTo>
                  <a:lnTo>
                    <a:pt x="64262" y="14859"/>
                  </a:lnTo>
                  <a:lnTo>
                    <a:pt x="28575" y="40640"/>
                  </a:lnTo>
                  <a:lnTo>
                    <a:pt x="10541" y="75565"/>
                  </a:lnTo>
                  <a:lnTo>
                    <a:pt x="8255" y="96393"/>
                  </a:lnTo>
                  <a:lnTo>
                    <a:pt x="10541" y="118999"/>
                  </a:lnTo>
                  <a:lnTo>
                    <a:pt x="28702" y="155067"/>
                  </a:lnTo>
                  <a:lnTo>
                    <a:pt x="60198" y="176530"/>
                  </a:lnTo>
                  <a:lnTo>
                    <a:pt x="107569" y="192278"/>
                  </a:lnTo>
                  <a:lnTo>
                    <a:pt x="166624" y="205740"/>
                  </a:lnTo>
                  <a:lnTo>
                    <a:pt x="189103" y="211328"/>
                  </a:lnTo>
                  <a:lnTo>
                    <a:pt x="232664" y="230759"/>
                  </a:lnTo>
                  <a:lnTo>
                    <a:pt x="250317" y="269621"/>
                  </a:lnTo>
                  <a:lnTo>
                    <a:pt x="244348" y="298704"/>
                  </a:lnTo>
                  <a:lnTo>
                    <a:pt x="226187" y="319519"/>
                  </a:lnTo>
                  <a:lnTo>
                    <a:pt x="196088" y="331965"/>
                  </a:lnTo>
                  <a:lnTo>
                    <a:pt x="153797" y="336156"/>
                  </a:lnTo>
                  <a:lnTo>
                    <a:pt x="105410" y="330822"/>
                  </a:lnTo>
                  <a:lnTo>
                    <a:pt x="70866" y="314820"/>
                  </a:lnTo>
                  <a:lnTo>
                    <a:pt x="50165" y="288163"/>
                  </a:lnTo>
                  <a:lnTo>
                    <a:pt x="43307" y="250952"/>
                  </a:lnTo>
                  <a:lnTo>
                    <a:pt x="0" y="250952"/>
                  </a:lnTo>
                  <a:lnTo>
                    <a:pt x="17018" y="319392"/>
                  </a:lnTo>
                  <a:lnTo>
                    <a:pt x="68326" y="360540"/>
                  </a:lnTo>
                  <a:lnTo>
                    <a:pt x="106807" y="370827"/>
                  </a:lnTo>
                  <a:lnTo>
                    <a:pt x="153797" y="374256"/>
                  </a:lnTo>
                  <a:lnTo>
                    <a:pt x="188595" y="372097"/>
                  </a:lnTo>
                  <a:lnTo>
                    <a:pt x="244475" y="355079"/>
                  </a:lnTo>
                  <a:lnTo>
                    <a:pt x="279400" y="324980"/>
                  </a:lnTo>
                  <a:lnTo>
                    <a:pt x="295148" y="288290"/>
                  </a:lnTo>
                  <a:lnTo>
                    <a:pt x="297053" y="266827"/>
                  </a:lnTo>
                  <a:close/>
                </a:path>
                <a:path w="705485" h="499745">
                  <a:moveTo>
                    <a:pt x="705345" y="187198"/>
                  </a:moveTo>
                  <a:lnTo>
                    <a:pt x="702551" y="146431"/>
                  </a:lnTo>
                  <a:lnTo>
                    <a:pt x="680961" y="78359"/>
                  </a:lnTo>
                  <a:lnTo>
                    <a:pt x="658355" y="47244"/>
                  </a:lnTo>
                  <a:lnTo>
                    <a:pt x="658355" y="186436"/>
                  </a:lnTo>
                  <a:lnTo>
                    <a:pt x="658355" y="187198"/>
                  </a:lnTo>
                  <a:lnTo>
                    <a:pt x="643115" y="266827"/>
                  </a:lnTo>
                  <a:lnTo>
                    <a:pt x="613143" y="309245"/>
                  </a:lnTo>
                  <a:lnTo>
                    <a:pt x="565899" y="333108"/>
                  </a:lnTo>
                  <a:lnTo>
                    <a:pt x="536689" y="336156"/>
                  </a:lnTo>
                  <a:lnTo>
                    <a:pt x="510146" y="333616"/>
                  </a:lnTo>
                  <a:lnTo>
                    <a:pt x="465696" y="313804"/>
                  </a:lnTo>
                  <a:lnTo>
                    <a:pt x="433438" y="274447"/>
                  </a:lnTo>
                  <a:lnTo>
                    <a:pt x="416928" y="218821"/>
                  </a:lnTo>
                  <a:lnTo>
                    <a:pt x="415074" y="187198"/>
                  </a:lnTo>
                  <a:lnTo>
                    <a:pt x="415023" y="186436"/>
                  </a:lnTo>
                  <a:lnTo>
                    <a:pt x="416953" y="154813"/>
                  </a:lnTo>
                  <a:lnTo>
                    <a:pt x="417055" y="153162"/>
                  </a:lnTo>
                  <a:lnTo>
                    <a:pt x="434073" y="99822"/>
                  </a:lnTo>
                  <a:lnTo>
                    <a:pt x="457682" y="72136"/>
                  </a:lnTo>
                  <a:lnTo>
                    <a:pt x="467093" y="61087"/>
                  </a:lnTo>
                  <a:lnTo>
                    <a:pt x="511035" y="41275"/>
                  </a:lnTo>
                  <a:lnTo>
                    <a:pt x="536689" y="38862"/>
                  </a:lnTo>
                  <a:lnTo>
                    <a:pt x="563486" y="41275"/>
                  </a:lnTo>
                  <a:lnTo>
                    <a:pt x="564375" y="41275"/>
                  </a:lnTo>
                  <a:lnTo>
                    <a:pt x="610476" y="62230"/>
                  </a:lnTo>
                  <a:lnTo>
                    <a:pt x="641464" y="101854"/>
                  </a:lnTo>
                  <a:lnTo>
                    <a:pt x="656577" y="154813"/>
                  </a:lnTo>
                  <a:lnTo>
                    <a:pt x="658355" y="186436"/>
                  </a:lnTo>
                  <a:lnTo>
                    <a:pt x="658355" y="47244"/>
                  </a:lnTo>
                  <a:lnTo>
                    <a:pt x="646925" y="38862"/>
                  </a:lnTo>
                  <a:lnTo>
                    <a:pt x="611111" y="12700"/>
                  </a:lnTo>
                  <a:lnTo>
                    <a:pt x="579996" y="3175"/>
                  </a:lnTo>
                  <a:lnTo>
                    <a:pt x="544944" y="0"/>
                  </a:lnTo>
                  <a:lnTo>
                    <a:pt x="502272" y="4572"/>
                  </a:lnTo>
                  <a:lnTo>
                    <a:pt x="466712" y="18034"/>
                  </a:lnTo>
                  <a:lnTo>
                    <a:pt x="438264" y="40513"/>
                  </a:lnTo>
                  <a:lnTo>
                    <a:pt x="417055" y="72136"/>
                  </a:lnTo>
                  <a:lnTo>
                    <a:pt x="414896" y="72136"/>
                  </a:lnTo>
                  <a:lnTo>
                    <a:pt x="414896" y="7620"/>
                  </a:lnTo>
                  <a:lnTo>
                    <a:pt x="372364" y="7620"/>
                  </a:lnTo>
                  <a:lnTo>
                    <a:pt x="372364" y="499732"/>
                  </a:lnTo>
                  <a:lnTo>
                    <a:pt x="414896" y="499732"/>
                  </a:lnTo>
                  <a:lnTo>
                    <a:pt x="414896" y="300101"/>
                  </a:lnTo>
                  <a:lnTo>
                    <a:pt x="417055" y="300101"/>
                  </a:lnTo>
                  <a:lnTo>
                    <a:pt x="436867" y="332473"/>
                  </a:lnTo>
                  <a:lnTo>
                    <a:pt x="464426" y="355714"/>
                  </a:lnTo>
                  <a:lnTo>
                    <a:pt x="499732" y="369557"/>
                  </a:lnTo>
                  <a:lnTo>
                    <a:pt x="542912" y="374256"/>
                  </a:lnTo>
                  <a:lnTo>
                    <a:pt x="579742" y="370700"/>
                  </a:lnTo>
                  <a:lnTo>
                    <a:pt x="640956" y="342633"/>
                  </a:lnTo>
                  <a:lnTo>
                    <a:pt x="646176" y="336156"/>
                  </a:lnTo>
                  <a:lnTo>
                    <a:pt x="682612" y="290957"/>
                  </a:lnTo>
                  <a:lnTo>
                    <a:pt x="702805" y="225425"/>
                  </a:lnTo>
                  <a:lnTo>
                    <a:pt x="705345" y="1871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68779" y="6557948"/>
              <a:ext cx="137495" cy="19854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22957" y="6608251"/>
              <a:ext cx="126096" cy="15103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88819" y="6609052"/>
              <a:ext cx="80788" cy="14744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87751" y="6579233"/>
              <a:ext cx="86077" cy="17967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62885" y="6608251"/>
              <a:ext cx="149138" cy="15103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29508" y="6542658"/>
              <a:ext cx="87735" cy="21383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097060" y="6557866"/>
              <a:ext cx="688975" cy="202565"/>
            </a:xfrm>
            <a:custGeom>
              <a:avLst/>
              <a:gdLst/>
              <a:ahLst/>
              <a:cxnLst/>
              <a:rect l="l" t="t" r="r" b="b"/>
              <a:pathLst>
                <a:path w="688975" h="202565">
                  <a:moveTo>
                    <a:pt x="200279" y="198755"/>
                  </a:moveTo>
                  <a:lnTo>
                    <a:pt x="188595" y="161798"/>
                  </a:lnTo>
                  <a:lnTo>
                    <a:pt x="176149" y="122555"/>
                  </a:lnTo>
                  <a:lnTo>
                    <a:pt x="137160" y="0"/>
                  </a:lnTo>
                  <a:lnTo>
                    <a:pt x="118364" y="0"/>
                  </a:lnTo>
                  <a:lnTo>
                    <a:pt x="118364" y="122555"/>
                  </a:lnTo>
                  <a:lnTo>
                    <a:pt x="74676" y="122555"/>
                  </a:lnTo>
                  <a:lnTo>
                    <a:pt x="96647" y="46101"/>
                  </a:lnTo>
                  <a:lnTo>
                    <a:pt x="118364" y="122555"/>
                  </a:lnTo>
                  <a:lnTo>
                    <a:pt x="118364" y="0"/>
                  </a:lnTo>
                  <a:lnTo>
                    <a:pt x="63627" y="0"/>
                  </a:lnTo>
                  <a:lnTo>
                    <a:pt x="0" y="198755"/>
                  </a:lnTo>
                  <a:lnTo>
                    <a:pt x="52959" y="198755"/>
                  </a:lnTo>
                  <a:lnTo>
                    <a:pt x="63627" y="161798"/>
                  </a:lnTo>
                  <a:lnTo>
                    <a:pt x="129413" y="161798"/>
                  </a:lnTo>
                  <a:lnTo>
                    <a:pt x="139954" y="198755"/>
                  </a:lnTo>
                  <a:lnTo>
                    <a:pt x="200279" y="198755"/>
                  </a:lnTo>
                  <a:close/>
                </a:path>
                <a:path w="688975" h="202565">
                  <a:moveTo>
                    <a:pt x="356997" y="141478"/>
                  </a:moveTo>
                  <a:lnTo>
                    <a:pt x="312293" y="141478"/>
                  </a:lnTo>
                  <a:lnTo>
                    <a:pt x="311277" y="149479"/>
                  </a:lnTo>
                  <a:lnTo>
                    <a:pt x="308610" y="155448"/>
                  </a:lnTo>
                  <a:lnTo>
                    <a:pt x="299720" y="163576"/>
                  </a:lnTo>
                  <a:lnTo>
                    <a:pt x="294005" y="165608"/>
                  </a:lnTo>
                  <a:lnTo>
                    <a:pt x="287020" y="165608"/>
                  </a:lnTo>
                  <a:lnTo>
                    <a:pt x="260223" y="144145"/>
                  </a:lnTo>
                  <a:lnTo>
                    <a:pt x="258318" y="127254"/>
                  </a:lnTo>
                  <a:lnTo>
                    <a:pt x="258318" y="125095"/>
                  </a:lnTo>
                  <a:lnTo>
                    <a:pt x="269621" y="93345"/>
                  </a:lnTo>
                  <a:lnTo>
                    <a:pt x="286131" y="88138"/>
                  </a:lnTo>
                  <a:lnTo>
                    <a:pt x="293370" y="88138"/>
                  </a:lnTo>
                  <a:lnTo>
                    <a:pt x="298831" y="89916"/>
                  </a:lnTo>
                  <a:lnTo>
                    <a:pt x="306070" y="97155"/>
                  </a:lnTo>
                  <a:lnTo>
                    <a:pt x="308356" y="102362"/>
                  </a:lnTo>
                  <a:lnTo>
                    <a:pt x="309499" y="109220"/>
                  </a:lnTo>
                  <a:lnTo>
                    <a:pt x="356235" y="109220"/>
                  </a:lnTo>
                  <a:lnTo>
                    <a:pt x="345440" y="75692"/>
                  </a:lnTo>
                  <a:lnTo>
                    <a:pt x="316738" y="54356"/>
                  </a:lnTo>
                  <a:lnTo>
                    <a:pt x="284988" y="49530"/>
                  </a:lnTo>
                  <a:lnTo>
                    <a:pt x="277114" y="49784"/>
                  </a:lnTo>
                  <a:lnTo>
                    <a:pt x="241681" y="60960"/>
                  </a:lnTo>
                  <a:lnTo>
                    <a:pt x="216916" y="86614"/>
                  </a:lnTo>
                  <a:lnTo>
                    <a:pt x="207518" y="125603"/>
                  </a:lnTo>
                  <a:lnTo>
                    <a:pt x="207899" y="136779"/>
                  </a:lnTo>
                  <a:lnTo>
                    <a:pt x="220345" y="172847"/>
                  </a:lnTo>
                  <a:lnTo>
                    <a:pt x="246888" y="194691"/>
                  </a:lnTo>
                  <a:lnTo>
                    <a:pt x="283972" y="202057"/>
                  </a:lnTo>
                  <a:lnTo>
                    <a:pt x="300482" y="201041"/>
                  </a:lnTo>
                  <a:lnTo>
                    <a:pt x="337566" y="185547"/>
                  </a:lnTo>
                  <a:lnTo>
                    <a:pt x="355346" y="154559"/>
                  </a:lnTo>
                  <a:lnTo>
                    <a:pt x="356997" y="141478"/>
                  </a:lnTo>
                  <a:close/>
                </a:path>
                <a:path w="688975" h="202565">
                  <a:moveTo>
                    <a:pt x="521195" y="141478"/>
                  </a:moveTo>
                  <a:lnTo>
                    <a:pt x="476491" y="141478"/>
                  </a:lnTo>
                  <a:lnTo>
                    <a:pt x="475475" y="149479"/>
                  </a:lnTo>
                  <a:lnTo>
                    <a:pt x="472808" y="155448"/>
                  </a:lnTo>
                  <a:lnTo>
                    <a:pt x="463918" y="163576"/>
                  </a:lnTo>
                  <a:lnTo>
                    <a:pt x="458203" y="165608"/>
                  </a:lnTo>
                  <a:lnTo>
                    <a:pt x="451218" y="165608"/>
                  </a:lnTo>
                  <a:lnTo>
                    <a:pt x="424421" y="144145"/>
                  </a:lnTo>
                  <a:lnTo>
                    <a:pt x="422516" y="127254"/>
                  </a:lnTo>
                  <a:lnTo>
                    <a:pt x="422516" y="125095"/>
                  </a:lnTo>
                  <a:lnTo>
                    <a:pt x="433819" y="93345"/>
                  </a:lnTo>
                  <a:lnTo>
                    <a:pt x="450329" y="88138"/>
                  </a:lnTo>
                  <a:lnTo>
                    <a:pt x="457568" y="88138"/>
                  </a:lnTo>
                  <a:lnTo>
                    <a:pt x="463029" y="89916"/>
                  </a:lnTo>
                  <a:lnTo>
                    <a:pt x="470268" y="97155"/>
                  </a:lnTo>
                  <a:lnTo>
                    <a:pt x="472554" y="102362"/>
                  </a:lnTo>
                  <a:lnTo>
                    <a:pt x="473697" y="109220"/>
                  </a:lnTo>
                  <a:lnTo>
                    <a:pt x="520433" y="109220"/>
                  </a:lnTo>
                  <a:lnTo>
                    <a:pt x="509638" y="75692"/>
                  </a:lnTo>
                  <a:lnTo>
                    <a:pt x="480936" y="54356"/>
                  </a:lnTo>
                  <a:lnTo>
                    <a:pt x="449186" y="49530"/>
                  </a:lnTo>
                  <a:lnTo>
                    <a:pt x="441312" y="49784"/>
                  </a:lnTo>
                  <a:lnTo>
                    <a:pt x="405892" y="60960"/>
                  </a:lnTo>
                  <a:lnTo>
                    <a:pt x="381127" y="86614"/>
                  </a:lnTo>
                  <a:lnTo>
                    <a:pt x="371729" y="125603"/>
                  </a:lnTo>
                  <a:lnTo>
                    <a:pt x="372110" y="136779"/>
                  </a:lnTo>
                  <a:lnTo>
                    <a:pt x="384556" y="172847"/>
                  </a:lnTo>
                  <a:lnTo>
                    <a:pt x="411099" y="194691"/>
                  </a:lnTo>
                  <a:lnTo>
                    <a:pt x="448170" y="202057"/>
                  </a:lnTo>
                  <a:lnTo>
                    <a:pt x="464680" y="201041"/>
                  </a:lnTo>
                  <a:lnTo>
                    <a:pt x="501764" y="185547"/>
                  </a:lnTo>
                  <a:lnTo>
                    <a:pt x="519544" y="154559"/>
                  </a:lnTo>
                  <a:lnTo>
                    <a:pt x="521195" y="141478"/>
                  </a:lnTo>
                  <a:close/>
                </a:path>
                <a:path w="688975" h="202565">
                  <a:moveTo>
                    <a:pt x="688454" y="124587"/>
                  </a:moveTo>
                  <a:lnTo>
                    <a:pt x="684250" y="109474"/>
                  </a:lnTo>
                  <a:lnTo>
                    <a:pt x="675500" y="77978"/>
                  </a:lnTo>
                  <a:lnTo>
                    <a:pt x="640067" y="53213"/>
                  </a:lnTo>
                  <a:lnTo>
                    <a:pt x="640067" y="108966"/>
                  </a:lnTo>
                  <a:lnTo>
                    <a:pt x="640067" y="109474"/>
                  </a:lnTo>
                  <a:lnTo>
                    <a:pt x="586727" y="109474"/>
                  </a:lnTo>
                  <a:lnTo>
                    <a:pt x="606920" y="82296"/>
                  </a:lnTo>
                  <a:lnTo>
                    <a:pt x="622668" y="82296"/>
                  </a:lnTo>
                  <a:lnTo>
                    <a:pt x="640067" y="108966"/>
                  </a:lnTo>
                  <a:lnTo>
                    <a:pt x="640067" y="53213"/>
                  </a:lnTo>
                  <a:lnTo>
                    <a:pt x="636130" y="51943"/>
                  </a:lnTo>
                  <a:lnTo>
                    <a:pt x="629145" y="50546"/>
                  </a:lnTo>
                  <a:lnTo>
                    <a:pt x="622033" y="49784"/>
                  </a:lnTo>
                  <a:lnTo>
                    <a:pt x="614540" y="49530"/>
                  </a:lnTo>
                  <a:lnTo>
                    <a:pt x="607809" y="49784"/>
                  </a:lnTo>
                  <a:lnTo>
                    <a:pt x="606920" y="49784"/>
                  </a:lnTo>
                  <a:lnTo>
                    <a:pt x="598665" y="50800"/>
                  </a:lnTo>
                  <a:lnTo>
                    <a:pt x="564248" y="65405"/>
                  </a:lnTo>
                  <a:lnTo>
                    <a:pt x="542023" y="94107"/>
                  </a:lnTo>
                  <a:lnTo>
                    <a:pt x="535927" y="127889"/>
                  </a:lnTo>
                  <a:lnTo>
                    <a:pt x="536308" y="136525"/>
                  </a:lnTo>
                  <a:lnTo>
                    <a:pt x="553453" y="177927"/>
                  </a:lnTo>
                  <a:lnTo>
                    <a:pt x="614794" y="202057"/>
                  </a:lnTo>
                  <a:lnTo>
                    <a:pt x="630542" y="201168"/>
                  </a:lnTo>
                  <a:lnTo>
                    <a:pt x="666483" y="188722"/>
                  </a:lnTo>
                  <a:lnTo>
                    <a:pt x="683374" y="167894"/>
                  </a:lnTo>
                  <a:lnTo>
                    <a:pt x="685914" y="162306"/>
                  </a:lnTo>
                  <a:lnTo>
                    <a:pt x="688454" y="150622"/>
                  </a:lnTo>
                  <a:lnTo>
                    <a:pt x="641845" y="150622"/>
                  </a:lnTo>
                  <a:lnTo>
                    <a:pt x="640829" y="155448"/>
                  </a:lnTo>
                  <a:lnTo>
                    <a:pt x="638543" y="159512"/>
                  </a:lnTo>
                  <a:lnTo>
                    <a:pt x="630923" y="166243"/>
                  </a:lnTo>
                  <a:lnTo>
                    <a:pt x="624827" y="167894"/>
                  </a:lnTo>
                  <a:lnTo>
                    <a:pt x="616572" y="167894"/>
                  </a:lnTo>
                  <a:lnTo>
                    <a:pt x="589013" y="150368"/>
                  </a:lnTo>
                  <a:lnTo>
                    <a:pt x="587311" y="144653"/>
                  </a:lnTo>
                  <a:lnTo>
                    <a:pt x="587235" y="144399"/>
                  </a:lnTo>
                  <a:lnTo>
                    <a:pt x="586219" y="137541"/>
                  </a:lnTo>
                  <a:lnTo>
                    <a:pt x="688454" y="137541"/>
                  </a:lnTo>
                  <a:lnTo>
                    <a:pt x="688454" y="1245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09238" y="6607401"/>
              <a:ext cx="144946" cy="14909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74084" y="6580960"/>
              <a:ext cx="96037" cy="17883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094098" y="6611249"/>
              <a:ext cx="144660" cy="14854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70502" y="6607350"/>
              <a:ext cx="264426" cy="152446"/>
            </a:xfrm>
            <a:prstGeom prst="rect">
              <a:avLst/>
            </a:prstGeom>
          </p:spPr>
        </p:pic>
      </p:grp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2066237" y="2297878"/>
            <a:ext cx="4730115" cy="119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700" b="0" dirty="0">
                <a:latin typeface="Arial MT"/>
                <a:cs typeface="Arial MT"/>
              </a:rPr>
              <a:t>Thank</a:t>
            </a:r>
            <a:r>
              <a:rPr sz="7700" b="0" spc="-395" dirty="0">
                <a:latin typeface="Arial MT"/>
                <a:cs typeface="Arial MT"/>
              </a:rPr>
              <a:t> </a:t>
            </a:r>
            <a:r>
              <a:rPr sz="7700" b="0" spc="-500" dirty="0">
                <a:latin typeface="Arial MT"/>
                <a:cs typeface="Arial MT"/>
              </a:rPr>
              <a:t>Y</a:t>
            </a:r>
            <a:r>
              <a:rPr sz="7700" b="0" spc="210" dirty="0">
                <a:latin typeface="Arial MT"/>
                <a:cs typeface="Arial MT"/>
              </a:rPr>
              <a:t>ou</a:t>
            </a:r>
            <a:endParaRPr sz="77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54847" y="7499794"/>
            <a:ext cx="202565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u="heavy" spc="-10" dirty="0">
                <a:solidFill>
                  <a:srgbClr val="9F00FF"/>
                </a:solidFill>
                <a:uFill>
                  <a:solidFill>
                    <a:srgbClr val="9F00FF"/>
                  </a:solidFill>
                </a:uFill>
                <a:latin typeface="Arial MT"/>
                <a:cs typeface="Arial MT"/>
                <a:hlinkClick r:id="rId22"/>
              </a:rPr>
              <a:t>talentsprint.com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8972812" y="1049806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68686"/>
                </a:solidFill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F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358</Words>
  <Application>Microsoft Office PowerPoint</Application>
  <PresentationFormat>Custom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MT</vt:lpstr>
      <vt:lpstr>Calibri</vt:lpstr>
      <vt:lpstr>Tahoma</vt:lpstr>
      <vt:lpstr>Verdana</vt:lpstr>
      <vt:lpstr>Office Theme</vt:lpstr>
      <vt:lpstr>Learning Camp</vt:lpstr>
      <vt:lpstr>Goal</vt:lpstr>
      <vt:lpstr>Scope &amp; Key Deliverables</vt:lpstr>
      <vt:lpstr>Challenges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ProjectPresentations - Template</dc:title>
  <dc:creator>Eshu !</dc:creator>
  <cp:lastModifiedBy>vishnu chelimilla</cp:lastModifiedBy>
  <cp:revision>10</cp:revision>
  <dcterms:created xsi:type="dcterms:W3CDTF">2026-02-19T09:19:00Z</dcterms:created>
  <dcterms:modified xsi:type="dcterms:W3CDTF">2026-02-23T10:44:04Z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2026-02-18T05:30:00Z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2026-02-19T05:30:00Z</vt:filetime>
  </property>
  <property fmtid="{D5CDD505-2E9C-101B-9397-08002B2CF9AE}" pid="5" name="Producer">
    <vt:lpwstr>Microsoft® Word for Microsoft 365</vt:lpwstr>
  </property>
  <property fmtid="{D5CDD505-2E9C-101B-9397-08002B2CF9AE}" pid="6" name="ICV">
    <vt:lpwstr>3096EC40075C442BB9FC233538492FB6_13</vt:lpwstr>
  </property>
  <property fmtid="{D5CDD505-2E9C-101B-9397-08002B2CF9AE}" pid="7" name="KSOProductBuildVer">
    <vt:lpwstr>1033-12.2.0.23196</vt:lpwstr>
  </property>
</Properties>
</file>